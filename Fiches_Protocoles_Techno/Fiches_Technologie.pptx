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8" r:id="rId5"/>
    <p:sldId id="280" r:id="rId6"/>
    <p:sldId id="281" r:id="rId7"/>
    <p:sldId id="279" r:id="rId8"/>
    <p:sldId id="276" r:id="rId9"/>
    <p:sldId id="275" r:id="rId10"/>
    <p:sldId id="277" r:id="rId11"/>
    <p:sldId id="282" r:id="rId12"/>
    <p:sldId id="288" r:id="rId13"/>
    <p:sldId id="283" r:id="rId14"/>
    <p:sldId id="285" r:id="rId15"/>
    <p:sldId id="284" r:id="rId16"/>
    <p:sldId id="286" r:id="rId17"/>
    <p:sldId id="287" r:id="rId18"/>
    <p:sldId id="289" r:id="rId19"/>
    <p:sldId id="290" r:id="rId20"/>
    <p:sldId id="291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E5E2"/>
    <a:srgbClr val="CCE4DF"/>
    <a:srgbClr val="1DAE97"/>
    <a:srgbClr val="7C8390"/>
    <a:srgbClr val="455368"/>
    <a:srgbClr val="55687C"/>
    <a:srgbClr val="BBC7D4"/>
    <a:srgbClr val="F3D6D3"/>
    <a:srgbClr val="E7968E"/>
    <a:srgbClr val="CB4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22" autoAdjust="0"/>
    <p:restoredTop sz="94660"/>
  </p:normalViewPr>
  <p:slideViewPr>
    <p:cSldViewPr snapToGrid="0">
      <p:cViewPr>
        <p:scale>
          <a:sx n="75" d="100"/>
          <a:sy n="75" d="100"/>
        </p:scale>
        <p:origin x="-1040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27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76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52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72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52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4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16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39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5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re de section X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0000" y="0"/>
            <a:ext cx="6037553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5760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00874" y="1885278"/>
            <a:ext cx="5996679" cy="4972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7895753" y="1564341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18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07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9B3B-1EC8-4BC4-B783-7630517B319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26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96258" y="1"/>
            <a:ext cx="11399484" cy="1021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2229" y="1248228"/>
            <a:ext cx="11727542" cy="5110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32229" y="64032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D1E5E2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fld id="{1A3D9B3B-1EC8-4BC4-B783-7630517B3190}" type="datetimeFigureOut">
              <a:rPr lang="fr-FR" smtClean="0"/>
              <a:pPr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599" y="64032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rgbClr val="CCE4D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endParaRPr lang="fr-FR" dirty="0"/>
          </a:p>
        </p:txBody>
      </p:sp>
      <p:sp>
        <p:nvSpPr>
          <p:cNvPr id="11" name="Ellipse 10"/>
          <p:cNvSpPr/>
          <p:nvPr userDrawn="1"/>
        </p:nvSpPr>
        <p:spPr>
          <a:xfrm>
            <a:off x="11795742" y="35861"/>
            <a:ext cx="360398" cy="360398"/>
          </a:xfrm>
          <a:prstGeom prst="ellipse">
            <a:avLst/>
          </a:prstGeom>
          <a:solidFill>
            <a:srgbClr val="1DA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fld id="{02196018-509E-4570-898D-D0D576E6803E}" type="slidenum">
              <a:rPr lang="fr-FR" sz="1100" smtClean="0">
                <a:latin typeface="Segoe UI Semibold" panose="020B0702040204020203" pitchFamily="34" charset="0"/>
                <a:ea typeface="Adobe Gothic Std B" panose="020B0800000000000000" pitchFamily="34" charset="-128"/>
                <a:cs typeface="Segoe UI Semibold" panose="020B0702040204020203" pitchFamily="34" charset="0"/>
              </a:rPr>
              <a:pPr/>
              <a:t>‹N°›</a:t>
            </a:fld>
            <a:endParaRPr lang="fr-FR" sz="1100" dirty="0">
              <a:latin typeface="Segoe UI Semibold" panose="020B0702040204020203" pitchFamily="34" charset="0"/>
              <a:ea typeface="Adobe Gothic Std B" panose="020B0800000000000000" pitchFamily="34" charset="-128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2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455368"/>
          </a:solidFill>
          <a:latin typeface="Segoe UI Semibold" panose="020B0702040204020203" pitchFamily="34" charset="0"/>
          <a:ea typeface="Adobe Gothic Std B" panose="020B0800000000000000" pitchFamily="34" charset="-128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ogebra.org/material/iframe/id/hjj3hzjn/width/600/height/810/border/888888/sfsb/true/smb/false/stb/false/stbh/false/ai/false/asb/false/sri/true/rc/false/ld/false/sdz/false/ctl/false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7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10" Type="http://schemas.openxmlformats.org/officeDocument/2006/relationships/image" Target="../media/image23.png"/><Relationship Id="rId4" Type="http://schemas.openxmlformats.org/officeDocument/2006/relationships/image" Target="../media/image40.png"/><Relationship Id="rId9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7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.jpeg"/><Relationship Id="rId3" Type="http://schemas.openxmlformats.org/officeDocument/2006/relationships/image" Target="../media/image36.png"/><Relationship Id="rId7" Type="http://schemas.openxmlformats.org/officeDocument/2006/relationships/image" Target="../media/image70.png"/><Relationship Id="rId12" Type="http://schemas.openxmlformats.org/officeDocument/2006/relationships/hyperlink" Target="https://www.geogebra.org/material/iframe/id/hjj3hzjn/width/600/height/810/border/888888/sfsb/true/smb/false/stb/false/stbh/false/ai/false/asb/false/sri/true/rc/false/ld/false/sdz/false/ctl/false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110.png"/><Relationship Id="rId5" Type="http://schemas.openxmlformats.org/officeDocument/2006/relationships/image" Target="../media/image50.png"/><Relationship Id="rId10" Type="http://schemas.openxmlformats.org/officeDocument/2006/relationships/image" Target="../media/image100.png"/><Relationship Id="rId4" Type="http://schemas.openxmlformats.org/officeDocument/2006/relationships/image" Target="../media/image40.png"/><Relationship Id="rId9" Type="http://schemas.openxmlformats.org/officeDocument/2006/relationships/image" Target="../media/image90.pn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0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12" Type="http://schemas.openxmlformats.org/officeDocument/2006/relationships/image" Target="../media/image3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0.png"/><Relationship Id="rId1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Retour sur quelques questions en Travaux Pratiques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866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Alimenter – Distribuer – Convertir</a:t>
            </a:r>
            <a:br>
              <a:rPr lang="fr-FR" dirty="0"/>
            </a:br>
            <a:r>
              <a:rPr lang="fr-FR" dirty="0"/>
              <a:t>Moteur à Courant continu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Source de tension</a:t>
            </a:r>
          </a:p>
          <a:p>
            <a:pPr lvl="1"/>
            <a:r>
              <a:rPr lang="fr-FR" dirty="0"/>
              <a:t>Secteur, Tension alternative monophasée, Valeur efficace 230 V, 50 Hz</a:t>
            </a:r>
          </a:p>
          <a:p>
            <a:pPr lvl="1"/>
            <a:endParaRPr lang="fr-FR" dirty="0"/>
          </a:p>
          <a:p>
            <a:r>
              <a:rPr lang="fr-FR" dirty="0"/>
              <a:t>Alimenter</a:t>
            </a:r>
          </a:p>
          <a:p>
            <a:pPr lvl="1"/>
            <a:r>
              <a:rPr lang="fr-FR" dirty="0"/>
              <a:t>Redresseur (pont de diode)</a:t>
            </a:r>
          </a:p>
          <a:p>
            <a:pPr lvl="1"/>
            <a:r>
              <a:rPr lang="fr-FR" dirty="0"/>
              <a:t>Filtre (RC)</a:t>
            </a:r>
          </a:p>
          <a:p>
            <a:pPr lvl="1"/>
            <a:r>
              <a:rPr lang="fr-FR" dirty="0"/>
              <a:t>Transformateur</a:t>
            </a:r>
          </a:p>
          <a:p>
            <a:r>
              <a:rPr lang="fr-FR" dirty="0"/>
              <a:t>Signal : tension continue constante</a:t>
            </a:r>
          </a:p>
          <a:p>
            <a:r>
              <a:rPr lang="fr-FR" dirty="0"/>
              <a:t>Moduler</a:t>
            </a:r>
          </a:p>
          <a:p>
            <a:pPr lvl="1"/>
            <a:r>
              <a:rPr lang="fr-FR" dirty="0"/>
              <a:t>Hacheur : suivant le rapport cyclique, la tension est hachée</a:t>
            </a:r>
          </a:p>
          <a:p>
            <a:pPr lvl="1"/>
            <a:endParaRPr lang="fr-FR" dirty="0"/>
          </a:p>
          <a:p>
            <a:r>
              <a:rPr lang="fr-FR" dirty="0"/>
              <a:t>Convertisseur : </a:t>
            </a:r>
          </a:p>
          <a:p>
            <a:pPr lvl="1"/>
            <a:r>
              <a:rPr lang="fr-FR" dirty="0"/>
              <a:t>Moteur à courant continu</a:t>
            </a:r>
          </a:p>
          <a:p>
            <a:pPr lvl="1"/>
            <a:r>
              <a:rPr lang="fr-FR" dirty="0"/>
              <a:t>Filtre la tension hachée pour ne voir que la composante continue</a:t>
            </a:r>
          </a:p>
          <a:p>
            <a:pPr lvl="1"/>
            <a:r>
              <a:rPr lang="fr-FR" dirty="0"/>
              <a:t>Tourne à (peu prés) à une vitesse proportionnelle à la </a:t>
            </a:r>
            <a:r>
              <a:rPr lang="fr-FR"/>
              <a:t>composante continue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574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7DF80-9DB4-B071-46D8-80630004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4CD0516-A8DC-B3DD-B113-4AECA081A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378352"/>
              </p:ext>
            </p:extLst>
          </p:nvPr>
        </p:nvGraphicFramePr>
        <p:xfrm>
          <a:off x="231775" y="1247775"/>
          <a:ext cx="11728449" cy="54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483">
                  <a:extLst>
                    <a:ext uri="{9D8B030D-6E8A-4147-A177-3AD203B41FA5}">
                      <a16:colId xmlns:a16="http://schemas.microsoft.com/office/drawing/2014/main" val="2689766757"/>
                    </a:ext>
                  </a:extLst>
                </a:gridCol>
                <a:gridCol w="3909483">
                  <a:extLst>
                    <a:ext uri="{9D8B030D-6E8A-4147-A177-3AD203B41FA5}">
                      <a16:colId xmlns:a16="http://schemas.microsoft.com/office/drawing/2014/main" val="409812761"/>
                    </a:ext>
                  </a:extLst>
                </a:gridCol>
                <a:gridCol w="3909483">
                  <a:extLst>
                    <a:ext uri="{9D8B030D-6E8A-4147-A177-3AD203B41FA5}">
                      <a16:colId xmlns:a16="http://schemas.microsoft.com/office/drawing/2014/main" val="40193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Moteur Synchrone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Moteur asynchrone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1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Principe de fonctionnement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Rotor et champ magnétique tournent à la même vitesse.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Le rotor tourne moins vite que le champ magnétique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5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Vitesse constante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Vitesse dépend de la charge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22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Rendement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23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Contrôle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Contrôle précis nécessaire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Contrôle 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09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Coût et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MOINS 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91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Vitesse constante</a:t>
                      </a:r>
                    </a:p>
                    <a:p>
                      <a:r>
                        <a:rPr lang="fr-FR" dirty="0"/>
                        <a:t>Haut rendement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Simplicité, robustesse</a:t>
                      </a:r>
                    </a:p>
                    <a:p>
                      <a:r>
                        <a:rPr lang="fr-FR" dirty="0"/>
                        <a:t>Prix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20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Inconvénients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Coût</a:t>
                      </a:r>
                      <a:br>
                        <a:rPr lang="fr-FR" dirty="0"/>
                      </a:br>
                      <a:r>
                        <a:rPr lang="fr-FR" dirty="0"/>
                        <a:t>Contrôle</a:t>
                      </a:r>
                    </a:p>
                    <a:p>
                      <a:r>
                        <a:rPr lang="fr-FR" dirty="0"/>
                        <a:t>Source d’excitation nécessaire (aimant ou courant continu)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Rendement </a:t>
                      </a:r>
                    </a:p>
                    <a:p>
                      <a:r>
                        <a:rPr lang="fr-FR"/>
                        <a:t>Vitesse variable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9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55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5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233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86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3086-30A6-B7C3-D865-2F2631B4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C0C396CC-F268-F7BA-5D94-C55943399BEB}"/>
              </a:ext>
            </a:extLst>
          </p:cNvPr>
          <p:cNvCxnSpPr/>
          <p:nvPr/>
        </p:nvCxnSpPr>
        <p:spPr>
          <a:xfrm flipV="1">
            <a:off x="3934446" y="3903150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9D1728C-EC69-F54E-8D10-29AD7977627B}"/>
              </a:ext>
            </a:extLst>
          </p:cNvPr>
          <p:cNvSpPr/>
          <p:nvPr/>
        </p:nvSpPr>
        <p:spPr>
          <a:xfrm>
            <a:off x="5372658" y="2826200"/>
            <a:ext cx="702111" cy="6044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709DC28-33BD-638C-FA56-4B64C5F4EC50}"/>
              </a:ext>
            </a:extLst>
          </p:cNvPr>
          <p:cNvSpPr/>
          <p:nvPr/>
        </p:nvSpPr>
        <p:spPr>
          <a:xfrm>
            <a:off x="3939742" y="2834470"/>
            <a:ext cx="702111" cy="6044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12C4862-0106-DE09-AC2B-4E68E7A9A794}"/>
              </a:ext>
            </a:extLst>
          </p:cNvPr>
          <p:cNvSpPr/>
          <p:nvPr/>
        </p:nvSpPr>
        <p:spPr>
          <a:xfrm>
            <a:off x="5752592" y="1390771"/>
            <a:ext cx="702111" cy="604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72ECCDB-1759-B66F-EBA5-E274EE561A28}"/>
              </a:ext>
            </a:extLst>
          </p:cNvPr>
          <p:cNvSpPr/>
          <p:nvPr/>
        </p:nvSpPr>
        <p:spPr>
          <a:xfrm>
            <a:off x="4314890" y="1392089"/>
            <a:ext cx="702111" cy="604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ADACAE6-EEFA-AAC8-0FE0-47BD18BF50AA}"/>
              </a:ext>
            </a:extLst>
          </p:cNvPr>
          <p:cNvSpPr/>
          <p:nvPr/>
        </p:nvSpPr>
        <p:spPr>
          <a:xfrm>
            <a:off x="1052624" y="1276029"/>
            <a:ext cx="2160000" cy="216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6D9DACD-3405-643E-DDDA-764E3DF8138B}"/>
              </a:ext>
            </a:extLst>
          </p:cNvPr>
          <p:cNvSpPr/>
          <p:nvPr/>
        </p:nvSpPr>
        <p:spPr>
          <a:xfrm>
            <a:off x="1506453" y="1729858"/>
            <a:ext cx="1252342" cy="125234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plein 5">
            <a:extLst>
              <a:ext uri="{FF2B5EF4-FFF2-40B4-BE49-F238E27FC236}">
                <a16:creationId xmlns:a16="http://schemas.microsoft.com/office/drawing/2014/main" id="{63A2B959-5399-6ED2-5E73-6A897169F38C}"/>
              </a:ext>
            </a:extLst>
          </p:cNvPr>
          <p:cNvSpPr/>
          <p:nvPr/>
        </p:nvSpPr>
        <p:spPr>
          <a:xfrm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c plein 28">
            <a:extLst>
              <a:ext uri="{FF2B5EF4-FFF2-40B4-BE49-F238E27FC236}">
                <a16:creationId xmlns:a16="http://schemas.microsoft.com/office/drawing/2014/main" id="{4293623F-F55F-F4C7-5B80-B37E0778BAAE}"/>
              </a:ext>
            </a:extLst>
          </p:cNvPr>
          <p:cNvSpPr/>
          <p:nvPr/>
        </p:nvSpPr>
        <p:spPr>
          <a:xfrm rot="-72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c plein 29">
            <a:extLst>
              <a:ext uri="{FF2B5EF4-FFF2-40B4-BE49-F238E27FC236}">
                <a16:creationId xmlns:a16="http://schemas.microsoft.com/office/drawing/2014/main" id="{CEFB77DC-7879-758E-F185-56132B3DC8F7}"/>
              </a:ext>
            </a:extLst>
          </p:cNvPr>
          <p:cNvSpPr/>
          <p:nvPr/>
        </p:nvSpPr>
        <p:spPr>
          <a:xfrm rot="-36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c plein 30">
            <a:extLst>
              <a:ext uri="{FF2B5EF4-FFF2-40B4-BE49-F238E27FC236}">
                <a16:creationId xmlns:a16="http://schemas.microsoft.com/office/drawing/2014/main" id="{D03550B8-4BD8-B54E-9828-A854625ACE6C}"/>
              </a:ext>
            </a:extLst>
          </p:cNvPr>
          <p:cNvSpPr/>
          <p:nvPr/>
        </p:nvSpPr>
        <p:spPr>
          <a:xfrm rot="108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Arc plein 31">
            <a:extLst>
              <a:ext uri="{FF2B5EF4-FFF2-40B4-BE49-F238E27FC236}">
                <a16:creationId xmlns:a16="http://schemas.microsoft.com/office/drawing/2014/main" id="{F5891D66-4D85-CFE5-35DA-B4BB849F64BA}"/>
              </a:ext>
            </a:extLst>
          </p:cNvPr>
          <p:cNvSpPr/>
          <p:nvPr/>
        </p:nvSpPr>
        <p:spPr>
          <a:xfrm rot="72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c plein 32">
            <a:extLst>
              <a:ext uri="{FF2B5EF4-FFF2-40B4-BE49-F238E27FC236}">
                <a16:creationId xmlns:a16="http://schemas.microsoft.com/office/drawing/2014/main" id="{5020DC79-C2DB-B201-293B-DFA8F070710E}"/>
              </a:ext>
            </a:extLst>
          </p:cNvPr>
          <p:cNvSpPr/>
          <p:nvPr/>
        </p:nvSpPr>
        <p:spPr>
          <a:xfrm rot="36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00C62DB-E5B5-FF17-BE7F-99663E81FA7F}"/>
              </a:ext>
            </a:extLst>
          </p:cNvPr>
          <p:cNvSpPr/>
          <p:nvPr/>
        </p:nvSpPr>
        <p:spPr>
          <a:xfrm flipH="1">
            <a:off x="2415313" y="1472006"/>
            <a:ext cx="151874" cy="15187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67C61C5-DEF3-15BC-D11C-FBB9DD2B6544}"/>
              </a:ext>
            </a:extLst>
          </p:cNvPr>
          <p:cNvSpPr/>
          <p:nvPr/>
        </p:nvSpPr>
        <p:spPr>
          <a:xfrm flipH="1">
            <a:off x="2142947" y="1402343"/>
            <a:ext cx="151874" cy="1518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F15804-82FF-6AF2-524F-2B4B845B5864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2218884" y="1111461"/>
            <a:ext cx="0" cy="290882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40FE1728-AC05-F00B-199E-7B457A669830}"/>
              </a:ext>
            </a:extLst>
          </p:cNvPr>
          <p:cNvCxnSpPr>
            <a:cxnSpLocks/>
          </p:cNvCxnSpPr>
          <p:nvPr/>
        </p:nvCxnSpPr>
        <p:spPr>
          <a:xfrm flipV="1">
            <a:off x="2494545" y="1200602"/>
            <a:ext cx="0" cy="271404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A558ADF0-3AD3-27C6-3476-14FF7C32035A}"/>
              </a:ext>
            </a:extLst>
          </p:cNvPr>
          <p:cNvCxnSpPr>
            <a:cxnSpLocks/>
          </p:cNvCxnSpPr>
          <p:nvPr/>
        </p:nvCxnSpPr>
        <p:spPr>
          <a:xfrm>
            <a:off x="3939975" y="1996575"/>
            <a:ext cx="731048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E9768734-00E0-82FD-E974-5AAB221CDCAA}"/>
              </a:ext>
            </a:extLst>
          </p:cNvPr>
          <p:cNvCxnSpPr>
            <a:cxnSpLocks/>
          </p:cNvCxnSpPr>
          <p:nvPr/>
        </p:nvCxnSpPr>
        <p:spPr>
          <a:xfrm flipV="1">
            <a:off x="4314890" y="1392090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142CFA88-1E81-6C52-C187-A67C64C1FB5D}"/>
              </a:ext>
            </a:extLst>
          </p:cNvPr>
          <p:cNvCxnSpPr>
            <a:cxnSpLocks/>
          </p:cNvCxnSpPr>
          <p:nvPr/>
        </p:nvCxnSpPr>
        <p:spPr>
          <a:xfrm>
            <a:off x="4314890" y="1392090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B7265DE4-A5F0-A037-6950-AE1F86B1E0E8}"/>
              </a:ext>
            </a:extLst>
          </p:cNvPr>
          <p:cNvCxnSpPr>
            <a:cxnSpLocks/>
          </p:cNvCxnSpPr>
          <p:nvPr/>
        </p:nvCxnSpPr>
        <p:spPr>
          <a:xfrm>
            <a:off x="5020031" y="1392090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4B31D2FD-6392-CBB4-2F5D-F75428EFD42A}"/>
              </a:ext>
            </a:extLst>
          </p:cNvPr>
          <p:cNvCxnSpPr>
            <a:cxnSpLocks/>
          </p:cNvCxnSpPr>
          <p:nvPr/>
        </p:nvCxnSpPr>
        <p:spPr>
          <a:xfrm>
            <a:off x="3918245" y="1392089"/>
            <a:ext cx="2520000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57F70B53-BA61-FBA5-0FD1-73CDF4046245}"/>
              </a:ext>
            </a:extLst>
          </p:cNvPr>
          <p:cNvCxnSpPr>
            <a:cxnSpLocks/>
          </p:cNvCxnSpPr>
          <p:nvPr/>
        </p:nvCxnSpPr>
        <p:spPr>
          <a:xfrm>
            <a:off x="3938461" y="2829003"/>
            <a:ext cx="2160000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E6F417B6-282D-9669-8A74-5E5A6A5127D5}"/>
              </a:ext>
            </a:extLst>
          </p:cNvPr>
          <p:cNvCxnSpPr/>
          <p:nvPr/>
        </p:nvCxnSpPr>
        <p:spPr>
          <a:xfrm flipV="1">
            <a:off x="3939976" y="1016861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95E803D2-A274-A0A1-9DD0-4C69D2D855EA}"/>
              </a:ext>
            </a:extLst>
          </p:cNvPr>
          <p:cNvCxnSpPr>
            <a:cxnSpLocks/>
          </p:cNvCxnSpPr>
          <p:nvPr/>
        </p:nvCxnSpPr>
        <p:spPr>
          <a:xfrm>
            <a:off x="3939976" y="1996575"/>
            <a:ext cx="2880000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6BE9DD62-6107-7ADD-626F-BCAAD6035DB6}"/>
              </a:ext>
            </a:extLst>
          </p:cNvPr>
          <p:cNvCxnSpPr>
            <a:cxnSpLocks/>
          </p:cNvCxnSpPr>
          <p:nvPr/>
        </p:nvCxnSpPr>
        <p:spPr>
          <a:xfrm>
            <a:off x="5020030" y="1996574"/>
            <a:ext cx="731048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E0A8DF90-5A2C-2B7F-6949-838BA5DC5150}"/>
              </a:ext>
            </a:extLst>
          </p:cNvPr>
          <p:cNvCxnSpPr>
            <a:cxnSpLocks/>
          </p:cNvCxnSpPr>
          <p:nvPr/>
        </p:nvCxnSpPr>
        <p:spPr>
          <a:xfrm flipV="1">
            <a:off x="5751078" y="1392089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8253DDBC-04DD-940C-D531-F3173D191365}"/>
              </a:ext>
            </a:extLst>
          </p:cNvPr>
          <p:cNvCxnSpPr>
            <a:cxnSpLocks/>
          </p:cNvCxnSpPr>
          <p:nvPr/>
        </p:nvCxnSpPr>
        <p:spPr>
          <a:xfrm>
            <a:off x="5751078" y="1392089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2073DB57-60CB-967C-A032-77DCB4D94B01}"/>
              </a:ext>
            </a:extLst>
          </p:cNvPr>
          <p:cNvCxnSpPr>
            <a:cxnSpLocks/>
          </p:cNvCxnSpPr>
          <p:nvPr/>
        </p:nvCxnSpPr>
        <p:spPr>
          <a:xfrm>
            <a:off x="6456219" y="1392089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0146070F-3180-7665-7689-6C53275A39E9}"/>
              </a:ext>
            </a:extLst>
          </p:cNvPr>
          <p:cNvCxnSpPr/>
          <p:nvPr/>
        </p:nvCxnSpPr>
        <p:spPr>
          <a:xfrm flipV="1">
            <a:off x="3938462" y="2453775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628CDBBC-B5FE-FA3E-D748-7413D5B7D45A}"/>
              </a:ext>
            </a:extLst>
          </p:cNvPr>
          <p:cNvCxnSpPr>
            <a:cxnSpLocks/>
          </p:cNvCxnSpPr>
          <p:nvPr/>
        </p:nvCxnSpPr>
        <p:spPr>
          <a:xfrm>
            <a:off x="3938462" y="3433489"/>
            <a:ext cx="2880000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16AB0FD0-E969-8BA6-8432-B3AD52DBBDE8}"/>
              </a:ext>
            </a:extLst>
          </p:cNvPr>
          <p:cNvCxnSpPr>
            <a:cxnSpLocks/>
          </p:cNvCxnSpPr>
          <p:nvPr/>
        </p:nvCxnSpPr>
        <p:spPr>
          <a:xfrm flipV="1">
            <a:off x="3937988" y="2829004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3679117D-218E-593E-0647-90E4435D8536}"/>
              </a:ext>
            </a:extLst>
          </p:cNvPr>
          <p:cNvCxnSpPr>
            <a:cxnSpLocks/>
          </p:cNvCxnSpPr>
          <p:nvPr/>
        </p:nvCxnSpPr>
        <p:spPr>
          <a:xfrm>
            <a:off x="3937988" y="2829004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735D1A91-A774-6DC9-2E48-021BC5976C7C}"/>
              </a:ext>
            </a:extLst>
          </p:cNvPr>
          <p:cNvCxnSpPr>
            <a:cxnSpLocks/>
          </p:cNvCxnSpPr>
          <p:nvPr/>
        </p:nvCxnSpPr>
        <p:spPr>
          <a:xfrm>
            <a:off x="4643129" y="2829004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EA8C03AD-22FE-0454-4DD4-081F71EB3346}"/>
              </a:ext>
            </a:extLst>
          </p:cNvPr>
          <p:cNvCxnSpPr>
            <a:cxnSpLocks/>
          </p:cNvCxnSpPr>
          <p:nvPr/>
        </p:nvCxnSpPr>
        <p:spPr>
          <a:xfrm>
            <a:off x="4643128" y="3433488"/>
            <a:ext cx="73104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F5C20294-11B1-4BFA-663C-D995B27C2FFD}"/>
              </a:ext>
            </a:extLst>
          </p:cNvPr>
          <p:cNvCxnSpPr>
            <a:cxnSpLocks/>
          </p:cNvCxnSpPr>
          <p:nvPr/>
        </p:nvCxnSpPr>
        <p:spPr>
          <a:xfrm flipV="1">
            <a:off x="5374176" y="2829003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EA58746D-0702-BDB0-601F-55FCC348E919}"/>
              </a:ext>
            </a:extLst>
          </p:cNvPr>
          <p:cNvCxnSpPr>
            <a:cxnSpLocks/>
          </p:cNvCxnSpPr>
          <p:nvPr/>
        </p:nvCxnSpPr>
        <p:spPr>
          <a:xfrm>
            <a:off x="5374176" y="2829003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056E66CB-EE97-01BE-521E-64E8BED50DFD}"/>
              </a:ext>
            </a:extLst>
          </p:cNvPr>
          <p:cNvCxnSpPr>
            <a:cxnSpLocks/>
          </p:cNvCxnSpPr>
          <p:nvPr/>
        </p:nvCxnSpPr>
        <p:spPr>
          <a:xfrm>
            <a:off x="6079317" y="2829003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4B47D04D-2A0C-E42F-67AA-1DB2C1A02561}"/>
              </a:ext>
            </a:extLst>
          </p:cNvPr>
          <p:cNvCxnSpPr>
            <a:cxnSpLocks/>
          </p:cNvCxnSpPr>
          <p:nvPr/>
        </p:nvCxnSpPr>
        <p:spPr>
          <a:xfrm>
            <a:off x="6081068" y="3430851"/>
            <a:ext cx="180000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5191857A-9E1D-0E5F-7BB0-1E73F414C04D}"/>
              </a:ext>
            </a:extLst>
          </p:cNvPr>
          <p:cNvSpPr txBox="1"/>
          <p:nvPr/>
        </p:nvSpPr>
        <p:spPr>
          <a:xfrm>
            <a:off x="3311061" y="2889876"/>
            <a:ext cx="577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B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6B061696-DA03-1E73-E9A3-DED9270D0BDF}"/>
              </a:ext>
            </a:extLst>
          </p:cNvPr>
          <p:cNvSpPr txBox="1"/>
          <p:nvPr/>
        </p:nvSpPr>
        <p:spPr>
          <a:xfrm>
            <a:off x="3328648" y="1563810"/>
            <a:ext cx="583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2C12D52-9333-6601-DC71-DEAB0E79A2E0}"/>
                  </a:ext>
                </a:extLst>
              </p:cNvPr>
              <p:cNvSpPr txBox="1"/>
              <p:nvPr/>
            </p:nvSpPr>
            <p:spPr>
              <a:xfrm>
                <a:off x="3673368" y="1229719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2C12D52-9333-6601-DC71-DEAB0E79A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368" y="1229719"/>
                <a:ext cx="201016" cy="276999"/>
              </a:xfrm>
              <a:prstGeom prst="rect">
                <a:avLst/>
              </a:prstGeom>
              <a:blipFill>
                <a:blip r:embed="rId2"/>
                <a:stretch>
                  <a:fillRect l="-30303" r="-24242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12392551-A8F9-D055-94F1-FD25DD0119B0}"/>
                  </a:ext>
                </a:extLst>
              </p:cNvPr>
              <p:cNvSpPr txBox="1"/>
              <p:nvPr/>
            </p:nvSpPr>
            <p:spPr>
              <a:xfrm>
                <a:off x="3679278" y="1858074"/>
                <a:ext cx="20101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12392551-A8F9-D055-94F1-FD25DD011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278" y="1858074"/>
                <a:ext cx="201017" cy="277576"/>
              </a:xfrm>
              <a:prstGeom prst="rect">
                <a:avLst/>
              </a:prstGeom>
              <a:blipFill>
                <a:blip r:embed="rId3"/>
                <a:stretch>
                  <a:fillRect l="-30303" t="-4444" r="-96970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1E1CF71-BC10-6036-CDEC-17E9FB942735}"/>
                  </a:ext>
                </a:extLst>
              </p:cNvPr>
              <p:cNvSpPr txBox="1"/>
              <p:nvPr/>
            </p:nvSpPr>
            <p:spPr>
              <a:xfrm>
                <a:off x="3667458" y="2648507"/>
                <a:ext cx="2114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1E1CF71-BC10-6036-CDEC-17E9FB942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58" y="2648507"/>
                <a:ext cx="211405" cy="276999"/>
              </a:xfrm>
              <a:prstGeom prst="rect">
                <a:avLst/>
              </a:prstGeom>
              <a:blipFill>
                <a:blip r:embed="rId4"/>
                <a:stretch>
                  <a:fillRect l="-29412" r="-23529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E6E4F8DA-447A-7487-3382-F221A0DEB193}"/>
                  </a:ext>
                </a:extLst>
              </p:cNvPr>
              <p:cNvSpPr txBox="1"/>
              <p:nvPr/>
            </p:nvSpPr>
            <p:spPr>
              <a:xfrm>
                <a:off x="3673368" y="3276862"/>
                <a:ext cx="2114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E6E4F8DA-447A-7487-3382-F221A0DEB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368" y="3276862"/>
                <a:ext cx="211404" cy="276999"/>
              </a:xfrm>
              <a:prstGeom prst="rect">
                <a:avLst/>
              </a:prstGeom>
              <a:blipFill>
                <a:blip r:embed="rId5"/>
                <a:stretch>
                  <a:fillRect l="-29412" t="-6667" r="-44118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56D818B8-5DFF-FEBA-85E8-7296B5BB5DBD}"/>
                  </a:ext>
                </a:extLst>
              </p:cNvPr>
              <p:cNvSpPr txBox="1"/>
              <p:nvPr/>
            </p:nvSpPr>
            <p:spPr>
              <a:xfrm>
                <a:off x="4046675" y="1609977"/>
                <a:ext cx="249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56D818B8-5DFF-FEBA-85E8-7296B5BB5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675" y="1609977"/>
                <a:ext cx="249427" cy="184666"/>
              </a:xfrm>
              <a:prstGeom prst="rect">
                <a:avLst/>
              </a:prstGeom>
              <a:blipFill>
                <a:blip r:embed="rId6"/>
                <a:stretch>
                  <a:fillRect l="-17073" r="-14634"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91256FCB-94E5-A7DE-F800-BFF348772210}"/>
                  </a:ext>
                </a:extLst>
              </p:cNvPr>
              <p:cNvSpPr txBox="1"/>
              <p:nvPr/>
            </p:nvSpPr>
            <p:spPr>
              <a:xfrm>
                <a:off x="4747742" y="1600680"/>
                <a:ext cx="249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91256FCB-94E5-A7DE-F800-BFF348772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742" y="1600680"/>
                <a:ext cx="249427" cy="184666"/>
              </a:xfrm>
              <a:prstGeom prst="rect">
                <a:avLst/>
              </a:prstGeom>
              <a:blipFill>
                <a:blip r:embed="rId7"/>
                <a:stretch>
                  <a:fillRect l="-17073" r="-14634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lipse 10">
            <a:extLst>
              <a:ext uri="{FF2B5EF4-FFF2-40B4-BE49-F238E27FC236}">
                <a16:creationId xmlns:a16="http://schemas.microsoft.com/office/drawing/2014/main" id="{C6073251-FA9D-C413-22FF-84B545A25770}"/>
              </a:ext>
            </a:extLst>
          </p:cNvPr>
          <p:cNvSpPr/>
          <p:nvPr/>
        </p:nvSpPr>
        <p:spPr>
          <a:xfrm flipH="1">
            <a:off x="2052947" y="2266028"/>
            <a:ext cx="180000" cy="18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C4C75DF-3AB2-EDE1-73B2-A96224E18D02}"/>
              </a:ext>
            </a:extLst>
          </p:cNvPr>
          <p:cNvCxnSpPr>
            <a:cxnSpLocks/>
            <a:stCxn id="11" idx="7"/>
            <a:endCxn id="5" idx="1"/>
          </p:cNvCxnSpPr>
          <p:nvPr/>
        </p:nvCxnSpPr>
        <p:spPr>
          <a:xfrm flipH="1" flipV="1">
            <a:off x="1689854" y="1913259"/>
            <a:ext cx="389453" cy="37912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442354D-F2AD-7BCB-07C5-4314F50946ED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2142947" y="2446028"/>
            <a:ext cx="0" cy="8999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A1AB7C6-2496-F8B2-0B2D-D104ED211A0C}"/>
              </a:ext>
            </a:extLst>
          </p:cNvPr>
          <p:cNvSpPr/>
          <p:nvPr/>
        </p:nvSpPr>
        <p:spPr>
          <a:xfrm>
            <a:off x="1997006" y="2539966"/>
            <a:ext cx="288000" cy="81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88361B8-4423-7206-D162-38642F9ED22B}"/>
              </a:ext>
            </a:extLst>
          </p:cNvPr>
          <p:cNvCxnSpPr>
            <a:cxnSpLocks/>
          </p:cNvCxnSpPr>
          <p:nvPr/>
        </p:nvCxnSpPr>
        <p:spPr>
          <a:xfrm flipH="1">
            <a:off x="1995306" y="2536027"/>
            <a:ext cx="292875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EF6D6717-9608-C7FD-BAC6-C6E2195D8700}"/>
              </a:ext>
            </a:extLst>
          </p:cNvPr>
          <p:cNvCxnSpPr>
            <a:cxnSpLocks/>
          </p:cNvCxnSpPr>
          <p:nvPr/>
        </p:nvCxnSpPr>
        <p:spPr>
          <a:xfrm flipH="1">
            <a:off x="2491250" y="1200602"/>
            <a:ext cx="77545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3E26BFE1-5EF0-112C-AF29-F4BE66602659}"/>
              </a:ext>
            </a:extLst>
          </p:cNvPr>
          <p:cNvCxnSpPr>
            <a:cxnSpLocks/>
          </p:cNvCxnSpPr>
          <p:nvPr/>
        </p:nvCxnSpPr>
        <p:spPr>
          <a:xfrm flipV="1">
            <a:off x="3266705" y="1200602"/>
            <a:ext cx="0" cy="1930643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5F7B82E3-B6C9-80D8-4657-1A2595EA165D}"/>
              </a:ext>
            </a:extLst>
          </p:cNvPr>
          <p:cNvCxnSpPr>
            <a:cxnSpLocks/>
          </p:cNvCxnSpPr>
          <p:nvPr/>
        </p:nvCxnSpPr>
        <p:spPr>
          <a:xfrm flipH="1">
            <a:off x="3269570" y="3131245"/>
            <a:ext cx="64867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7A83EE28-2DCB-CD8C-E8C7-05DC5B107525}"/>
              </a:ext>
            </a:extLst>
          </p:cNvPr>
          <p:cNvCxnSpPr>
            <a:cxnSpLocks/>
          </p:cNvCxnSpPr>
          <p:nvPr/>
        </p:nvCxnSpPr>
        <p:spPr>
          <a:xfrm flipH="1">
            <a:off x="2218884" y="1111461"/>
            <a:ext cx="1147582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CDAB3C2D-87BB-6CCE-5265-00547ECC89EB}"/>
              </a:ext>
            </a:extLst>
          </p:cNvPr>
          <p:cNvCxnSpPr>
            <a:cxnSpLocks/>
          </p:cNvCxnSpPr>
          <p:nvPr/>
        </p:nvCxnSpPr>
        <p:spPr>
          <a:xfrm flipV="1">
            <a:off x="3366466" y="1111461"/>
            <a:ext cx="0" cy="679309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239A7CF9-CC82-9610-BC8D-7C716273D28F}"/>
              </a:ext>
            </a:extLst>
          </p:cNvPr>
          <p:cNvCxnSpPr>
            <a:cxnSpLocks/>
          </p:cNvCxnSpPr>
          <p:nvPr/>
        </p:nvCxnSpPr>
        <p:spPr>
          <a:xfrm flipH="1">
            <a:off x="3366466" y="1785346"/>
            <a:ext cx="57199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Arc 101">
            <a:extLst>
              <a:ext uri="{FF2B5EF4-FFF2-40B4-BE49-F238E27FC236}">
                <a16:creationId xmlns:a16="http://schemas.microsoft.com/office/drawing/2014/main" id="{3059CF85-7ECD-64BE-DC51-A1F295BA8FA0}"/>
              </a:ext>
            </a:extLst>
          </p:cNvPr>
          <p:cNvSpPr/>
          <p:nvPr/>
        </p:nvSpPr>
        <p:spPr>
          <a:xfrm>
            <a:off x="1731056" y="1959338"/>
            <a:ext cx="756100" cy="756100"/>
          </a:xfrm>
          <a:prstGeom prst="arc">
            <a:avLst/>
          </a:prstGeom>
          <a:noFill/>
          <a:ln w="25400">
            <a:solidFill>
              <a:srgbClr val="00206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lt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918F8AB-B274-BABE-130B-F49A4E5B71E6}"/>
              </a:ext>
            </a:extLst>
          </p:cNvPr>
          <p:cNvSpPr/>
          <p:nvPr/>
        </p:nvSpPr>
        <p:spPr>
          <a:xfrm>
            <a:off x="5752139" y="5712489"/>
            <a:ext cx="702111" cy="6044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CFD365A-2DD0-6572-EEC3-C5CCE0065726}"/>
              </a:ext>
            </a:extLst>
          </p:cNvPr>
          <p:cNvSpPr/>
          <p:nvPr/>
        </p:nvSpPr>
        <p:spPr>
          <a:xfrm>
            <a:off x="4319223" y="5720759"/>
            <a:ext cx="702111" cy="6044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D82D45E-F578-D8EC-29E1-64008D79ADA9}"/>
              </a:ext>
            </a:extLst>
          </p:cNvPr>
          <p:cNvSpPr/>
          <p:nvPr/>
        </p:nvSpPr>
        <p:spPr>
          <a:xfrm>
            <a:off x="5371673" y="4277060"/>
            <a:ext cx="702111" cy="604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A0C3664-13F6-A401-D1E5-21D2E26B4880}"/>
              </a:ext>
            </a:extLst>
          </p:cNvPr>
          <p:cNvSpPr/>
          <p:nvPr/>
        </p:nvSpPr>
        <p:spPr>
          <a:xfrm>
            <a:off x="3933971" y="4278378"/>
            <a:ext cx="702111" cy="604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2C4CEEDD-1B3B-A3F0-7631-F7476CD86628}"/>
              </a:ext>
            </a:extLst>
          </p:cNvPr>
          <p:cNvSpPr/>
          <p:nvPr/>
        </p:nvSpPr>
        <p:spPr>
          <a:xfrm>
            <a:off x="1047094" y="4162318"/>
            <a:ext cx="2160000" cy="216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3ACE80E3-EF85-65B1-5914-1B61E2611F8F}"/>
              </a:ext>
            </a:extLst>
          </p:cNvPr>
          <p:cNvSpPr/>
          <p:nvPr/>
        </p:nvSpPr>
        <p:spPr>
          <a:xfrm>
            <a:off x="1500923" y="4616147"/>
            <a:ext cx="1252342" cy="125234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Arc plein 114">
            <a:extLst>
              <a:ext uri="{FF2B5EF4-FFF2-40B4-BE49-F238E27FC236}">
                <a16:creationId xmlns:a16="http://schemas.microsoft.com/office/drawing/2014/main" id="{DBACC660-E280-8800-5926-36A503B3DC7C}"/>
              </a:ext>
            </a:extLst>
          </p:cNvPr>
          <p:cNvSpPr/>
          <p:nvPr/>
        </p:nvSpPr>
        <p:spPr>
          <a:xfrm>
            <a:off x="1137094" y="425231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Arc plein 115">
            <a:extLst>
              <a:ext uri="{FF2B5EF4-FFF2-40B4-BE49-F238E27FC236}">
                <a16:creationId xmlns:a16="http://schemas.microsoft.com/office/drawing/2014/main" id="{84D33A5A-9B27-C528-97B1-C152DDEF9331}"/>
              </a:ext>
            </a:extLst>
          </p:cNvPr>
          <p:cNvSpPr/>
          <p:nvPr/>
        </p:nvSpPr>
        <p:spPr>
          <a:xfrm rot="14400000">
            <a:off x="1137094" y="425231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Arc plein 116">
            <a:extLst>
              <a:ext uri="{FF2B5EF4-FFF2-40B4-BE49-F238E27FC236}">
                <a16:creationId xmlns:a16="http://schemas.microsoft.com/office/drawing/2014/main" id="{9854CDEA-CFB6-28D2-106D-57E227155920}"/>
              </a:ext>
            </a:extLst>
          </p:cNvPr>
          <p:cNvSpPr/>
          <p:nvPr/>
        </p:nvSpPr>
        <p:spPr>
          <a:xfrm rot="18000000">
            <a:off x="1137094" y="425231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8" name="Arc plein 117">
            <a:extLst>
              <a:ext uri="{FF2B5EF4-FFF2-40B4-BE49-F238E27FC236}">
                <a16:creationId xmlns:a16="http://schemas.microsoft.com/office/drawing/2014/main" id="{5B6E6DF1-84F2-6F48-1789-225BFB7A2544}"/>
              </a:ext>
            </a:extLst>
          </p:cNvPr>
          <p:cNvSpPr/>
          <p:nvPr/>
        </p:nvSpPr>
        <p:spPr>
          <a:xfrm rot="10800000">
            <a:off x="1137094" y="425231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Arc plein 118">
            <a:extLst>
              <a:ext uri="{FF2B5EF4-FFF2-40B4-BE49-F238E27FC236}">
                <a16:creationId xmlns:a16="http://schemas.microsoft.com/office/drawing/2014/main" id="{E0260A9E-3559-F5A7-AEBB-347D3A063608}"/>
              </a:ext>
            </a:extLst>
          </p:cNvPr>
          <p:cNvSpPr/>
          <p:nvPr/>
        </p:nvSpPr>
        <p:spPr>
          <a:xfrm rot="7200000">
            <a:off x="1137094" y="425231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0" name="Arc plein 119">
            <a:extLst>
              <a:ext uri="{FF2B5EF4-FFF2-40B4-BE49-F238E27FC236}">
                <a16:creationId xmlns:a16="http://schemas.microsoft.com/office/drawing/2014/main" id="{ECD3C969-AB67-977F-C99D-35022FA671A1}"/>
              </a:ext>
            </a:extLst>
          </p:cNvPr>
          <p:cNvSpPr/>
          <p:nvPr/>
        </p:nvSpPr>
        <p:spPr>
          <a:xfrm rot="3600000">
            <a:off x="1137094" y="425231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8D82A34E-5598-31C3-360E-797E33D46038}"/>
              </a:ext>
            </a:extLst>
          </p:cNvPr>
          <p:cNvSpPr/>
          <p:nvPr/>
        </p:nvSpPr>
        <p:spPr>
          <a:xfrm flipH="1">
            <a:off x="2409783" y="4358295"/>
            <a:ext cx="151874" cy="15187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56E40458-01EC-7D42-7C54-33A2F819459A}"/>
              </a:ext>
            </a:extLst>
          </p:cNvPr>
          <p:cNvSpPr/>
          <p:nvPr/>
        </p:nvSpPr>
        <p:spPr>
          <a:xfrm flipH="1">
            <a:off x="2137417" y="4288632"/>
            <a:ext cx="151874" cy="1518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377860DE-C6B6-EB9F-659E-4F413C46FF30}"/>
              </a:ext>
            </a:extLst>
          </p:cNvPr>
          <p:cNvCxnSpPr>
            <a:cxnSpLocks/>
            <a:stCxn id="122" idx="0"/>
          </p:cNvCxnSpPr>
          <p:nvPr/>
        </p:nvCxnSpPr>
        <p:spPr>
          <a:xfrm flipV="1">
            <a:off x="2213354" y="3997750"/>
            <a:ext cx="0" cy="290882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F3366210-A174-62DD-9258-857BE87F170B}"/>
              </a:ext>
            </a:extLst>
          </p:cNvPr>
          <p:cNvCxnSpPr>
            <a:cxnSpLocks/>
          </p:cNvCxnSpPr>
          <p:nvPr/>
        </p:nvCxnSpPr>
        <p:spPr>
          <a:xfrm flipV="1">
            <a:off x="2489015" y="4086891"/>
            <a:ext cx="0" cy="271404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838EBA2F-143D-1AAD-A2B1-964B628129E2}"/>
              </a:ext>
            </a:extLst>
          </p:cNvPr>
          <p:cNvCxnSpPr>
            <a:cxnSpLocks/>
          </p:cNvCxnSpPr>
          <p:nvPr/>
        </p:nvCxnSpPr>
        <p:spPr>
          <a:xfrm>
            <a:off x="3934445" y="4882864"/>
            <a:ext cx="731048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E50F889E-97AD-B77B-0E6C-EA7C8B29E0AB}"/>
              </a:ext>
            </a:extLst>
          </p:cNvPr>
          <p:cNvCxnSpPr>
            <a:cxnSpLocks/>
          </p:cNvCxnSpPr>
          <p:nvPr/>
        </p:nvCxnSpPr>
        <p:spPr>
          <a:xfrm flipV="1">
            <a:off x="3933971" y="4278379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C263B9D3-83D0-D799-6112-6A6EE422A28A}"/>
              </a:ext>
            </a:extLst>
          </p:cNvPr>
          <p:cNvCxnSpPr>
            <a:cxnSpLocks/>
          </p:cNvCxnSpPr>
          <p:nvPr/>
        </p:nvCxnSpPr>
        <p:spPr>
          <a:xfrm>
            <a:off x="3933971" y="4278379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CE9FD026-C7EA-A7D9-D5FB-83CFBA2097DA}"/>
              </a:ext>
            </a:extLst>
          </p:cNvPr>
          <p:cNvCxnSpPr>
            <a:cxnSpLocks/>
          </p:cNvCxnSpPr>
          <p:nvPr/>
        </p:nvCxnSpPr>
        <p:spPr>
          <a:xfrm>
            <a:off x="4639112" y="4278379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7D774ABC-E10B-D3FB-5116-0B80A14549AB}"/>
              </a:ext>
            </a:extLst>
          </p:cNvPr>
          <p:cNvCxnSpPr>
            <a:cxnSpLocks/>
          </p:cNvCxnSpPr>
          <p:nvPr/>
        </p:nvCxnSpPr>
        <p:spPr>
          <a:xfrm>
            <a:off x="3912715" y="4278378"/>
            <a:ext cx="2160000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A99CDB89-B9AE-9CDC-BB4D-B934BAFF74F9}"/>
              </a:ext>
            </a:extLst>
          </p:cNvPr>
          <p:cNvCxnSpPr>
            <a:cxnSpLocks/>
          </p:cNvCxnSpPr>
          <p:nvPr/>
        </p:nvCxnSpPr>
        <p:spPr>
          <a:xfrm>
            <a:off x="3932931" y="5715292"/>
            <a:ext cx="2520000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D4EB31D2-0BEC-54D0-7C0C-5600B2D5B6C1}"/>
              </a:ext>
            </a:extLst>
          </p:cNvPr>
          <p:cNvCxnSpPr>
            <a:cxnSpLocks/>
          </p:cNvCxnSpPr>
          <p:nvPr/>
        </p:nvCxnSpPr>
        <p:spPr>
          <a:xfrm>
            <a:off x="3934446" y="4882864"/>
            <a:ext cx="2880000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87C1471D-68D3-8E22-1301-DBA7C85EA2BF}"/>
              </a:ext>
            </a:extLst>
          </p:cNvPr>
          <p:cNvCxnSpPr>
            <a:cxnSpLocks/>
          </p:cNvCxnSpPr>
          <p:nvPr/>
        </p:nvCxnSpPr>
        <p:spPr>
          <a:xfrm>
            <a:off x="4639111" y="4882863"/>
            <a:ext cx="731048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A00D85B5-46F7-49D3-899B-79A3FD88572D}"/>
              </a:ext>
            </a:extLst>
          </p:cNvPr>
          <p:cNvCxnSpPr>
            <a:cxnSpLocks/>
          </p:cNvCxnSpPr>
          <p:nvPr/>
        </p:nvCxnSpPr>
        <p:spPr>
          <a:xfrm flipV="1">
            <a:off x="5370159" y="4278378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0D05E136-8287-B3E9-CA7E-B4EA1F34B996}"/>
              </a:ext>
            </a:extLst>
          </p:cNvPr>
          <p:cNvCxnSpPr>
            <a:cxnSpLocks/>
          </p:cNvCxnSpPr>
          <p:nvPr/>
        </p:nvCxnSpPr>
        <p:spPr>
          <a:xfrm>
            <a:off x="5370159" y="4278378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DD7860DC-F4F0-3648-1DC2-73699FC6C020}"/>
              </a:ext>
            </a:extLst>
          </p:cNvPr>
          <p:cNvCxnSpPr>
            <a:cxnSpLocks/>
          </p:cNvCxnSpPr>
          <p:nvPr/>
        </p:nvCxnSpPr>
        <p:spPr>
          <a:xfrm>
            <a:off x="6075300" y="4278378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2A3E9EC1-4D91-939B-5898-CF59EE54D8C5}"/>
              </a:ext>
            </a:extLst>
          </p:cNvPr>
          <p:cNvCxnSpPr/>
          <p:nvPr/>
        </p:nvCxnSpPr>
        <p:spPr>
          <a:xfrm flipV="1">
            <a:off x="3932932" y="5340064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avec flèche 137">
            <a:extLst>
              <a:ext uri="{FF2B5EF4-FFF2-40B4-BE49-F238E27FC236}">
                <a16:creationId xmlns:a16="http://schemas.microsoft.com/office/drawing/2014/main" id="{6E1F849A-51BE-25C5-FA54-7C7B71A6F6BE}"/>
              </a:ext>
            </a:extLst>
          </p:cNvPr>
          <p:cNvCxnSpPr>
            <a:cxnSpLocks/>
          </p:cNvCxnSpPr>
          <p:nvPr/>
        </p:nvCxnSpPr>
        <p:spPr>
          <a:xfrm>
            <a:off x="3932932" y="6319778"/>
            <a:ext cx="2880000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70B9878F-AE79-7715-79D0-E582CF021D9D}"/>
              </a:ext>
            </a:extLst>
          </p:cNvPr>
          <p:cNvCxnSpPr>
            <a:cxnSpLocks/>
          </p:cNvCxnSpPr>
          <p:nvPr/>
        </p:nvCxnSpPr>
        <p:spPr>
          <a:xfrm>
            <a:off x="3932931" y="6319778"/>
            <a:ext cx="38453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01DAA827-67FD-025C-C2F2-B615891C4B18}"/>
              </a:ext>
            </a:extLst>
          </p:cNvPr>
          <p:cNvCxnSpPr>
            <a:cxnSpLocks/>
          </p:cNvCxnSpPr>
          <p:nvPr/>
        </p:nvCxnSpPr>
        <p:spPr>
          <a:xfrm flipV="1">
            <a:off x="4317469" y="5715293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66C1EC5A-B3C7-E609-DBC4-C5CE5BCC1808}"/>
              </a:ext>
            </a:extLst>
          </p:cNvPr>
          <p:cNvCxnSpPr>
            <a:cxnSpLocks/>
          </p:cNvCxnSpPr>
          <p:nvPr/>
        </p:nvCxnSpPr>
        <p:spPr>
          <a:xfrm>
            <a:off x="4317469" y="5715293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96716022-547A-92A4-1EF0-02FB38DA63F6}"/>
              </a:ext>
            </a:extLst>
          </p:cNvPr>
          <p:cNvCxnSpPr>
            <a:cxnSpLocks/>
          </p:cNvCxnSpPr>
          <p:nvPr/>
        </p:nvCxnSpPr>
        <p:spPr>
          <a:xfrm>
            <a:off x="5022610" y="5715293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8276FDDD-8DDC-29C4-2E5B-73B22C262EC2}"/>
              </a:ext>
            </a:extLst>
          </p:cNvPr>
          <p:cNvCxnSpPr>
            <a:cxnSpLocks/>
          </p:cNvCxnSpPr>
          <p:nvPr/>
        </p:nvCxnSpPr>
        <p:spPr>
          <a:xfrm>
            <a:off x="5022609" y="6319777"/>
            <a:ext cx="73104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avec flèche 143">
            <a:extLst>
              <a:ext uri="{FF2B5EF4-FFF2-40B4-BE49-F238E27FC236}">
                <a16:creationId xmlns:a16="http://schemas.microsoft.com/office/drawing/2014/main" id="{741861F2-CCE4-0B72-78E4-28B9A01929A9}"/>
              </a:ext>
            </a:extLst>
          </p:cNvPr>
          <p:cNvCxnSpPr>
            <a:cxnSpLocks/>
          </p:cNvCxnSpPr>
          <p:nvPr/>
        </p:nvCxnSpPr>
        <p:spPr>
          <a:xfrm flipV="1">
            <a:off x="5753657" y="5715292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avec flèche 144">
            <a:extLst>
              <a:ext uri="{FF2B5EF4-FFF2-40B4-BE49-F238E27FC236}">
                <a16:creationId xmlns:a16="http://schemas.microsoft.com/office/drawing/2014/main" id="{EF499BC0-B261-A0F6-9EBE-248675C0DE30}"/>
              </a:ext>
            </a:extLst>
          </p:cNvPr>
          <p:cNvCxnSpPr>
            <a:cxnSpLocks/>
          </p:cNvCxnSpPr>
          <p:nvPr/>
        </p:nvCxnSpPr>
        <p:spPr>
          <a:xfrm>
            <a:off x="5753657" y="5715292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avec flèche 145">
            <a:extLst>
              <a:ext uri="{FF2B5EF4-FFF2-40B4-BE49-F238E27FC236}">
                <a16:creationId xmlns:a16="http://schemas.microsoft.com/office/drawing/2014/main" id="{E0DA7367-2577-292B-0E16-48F67FDD62C6}"/>
              </a:ext>
            </a:extLst>
          </p:cNvPr>
          <p:cNvCxnSpPr>
            <a:cxnSpLocks/>
          </p:cNvCxnSpPr>
          <p:nvPr/>
        </p:nvCxnSpPr>
        <p:spPr>
          <a:xfrm>
            <a:off x="6458798" y="5715292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D97C074F-69BC-ED0D-2E94-4E7C23B3FFE4}"/>
              </a:ext>
            </a:extLst>
          </p:cNvPr>
          <p:cNvCxnSpPr>
            <a:cxnSpLocks/>
          </p:cNvCxnSpPr>
          <p:nvPr/>
        </p:nvCxnSpPr>
        <p:spPr>
          <a:xfrm>
            <a:off x="6441298" y="6317140"/>
            <a:ext cx="180000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ZoneTexte 147">
            <a:extLst>
              <a:ext uri="{FF2B5EF4-FFF2-40B4-BE49-F238E27FC236}">
                <a16:creationId xmlns:a16="http://schemas.microsoft.com/office/drawing/2014/main" id="{58C20B91-3061-0AD7-71B8-6F9C61B1B051}"/>
              </a:ext>
            </a:extLst>
          </p:cNvPr>
          <p:cNvSpPr txBox="1"/>
          <p:nvPr/>
        </p:nvSpPr>
        <p:spPr>
          <a:xfrm>
            <a:off x="3305531" y="5776165"/>
            <a:ext cx="577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B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8CD664EE-DF53-A5EE-427D-BE74E3E36E1F}"/>
              </a:ext>
            </a:extLst>
          </p:cNvPr>
          <p:cNvSpPr txBox="1"/>
          <p:nvPr/>
        </p:nvSpPr>
        <p:spPr>
          <a:xfrm>
            <a:off x="3323118" y="4450099"/>
            <a:ext cx="583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ZoneTexte 149">
                <a:extLst>
                  <a:ext uri="{FF2B5EF4-FFF2-40B4-BE49-F238E27FC236}">
                    <a16:creationId xmlns:a16="http://schemas.microsoft.com/office/drawing/2014/main" id="{FE5CD0FF-D0CC-EBB8-C71C-CFA556F792A4}"/>
                  </a:ext>
                </a:extLst>
              </p:cNvPr>
              <p:cNvSpPr txBox="1"/>
              <p:nvPr/>
            </p:nvSpPr>
            <p:spPr>
              <a:xfrm>
                <a:off x="3667838" y="4116008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0" name="ZoneTexte 149">
                <a:extLst>
                  <a:ext uri="{FF2B5EF4-FFF2-40B4-BE49-F238E27FC236}">
                    <a16:creationId xmlns:a16="http://schemas.microsoft.com/office/drawing/2014/main" id="{FE5CD0FF-D0CC-EBB8-C71C-CFA556F79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38" y="4116008"/>
                <a:ext cx="201016" cy="276999"/>
              </a:xfrm>
              <a:prstGeom prst="rect">
                <a:avLst/>
              </a:prstGeom>
              <a:blipFill>
                <a:blip r:embed="rId8"/>
                <a:stretch>
                  <a:fillRect l="-30303" r="-24242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ZoneTexte 150">
                <a:extLst>
                  <a:ext uri="{FF2B5EF4-FFF2-40B4-BE49-F238E27FC236}">
                    <a16:creationId xmlns:a16="http://schemas.microsoft.com/office/drawing/2014/main" id="{8AC40DEA-1745-89F9-F53A-3A5B18FA3045}"/>
                  </a:ext>
                </a:extLst>
              </p:cNvPr>
              <p:cNvSpPr txBox="1"/>
              <p:nvPr/>
            </p:nvSpPr>
            <p:spPr>
              <a:xfrm>
                <a:off x="3673748" y="4744363"/>
                <a:ext cx="20101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1" name="ZoneTexte 150">
                <a:extLst>
                  <a:ext uri="{FF2B5EF4-FFF2-40B4-BE49-F238E27FC236}">
                    <a16:creationId xmlns:a16="http://schemas.microsoft.com/office/drawing/2014/main" id="{8AC40DEA-1745-89F9-F53A-3A5B18FA3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748" y="4744363"/>
                <a:ext cx="201017" cy="277576"/>
              </a:xfrm>
              <a:prstGeom prst="rect">
                <a:avLst/>
              </a:prstGeom>
              <a:blipFill>
                <a:blip r:embed="rId9"/>
                <a:stretch>
                  <a:fillRect l="-30303" t="-2174" r="-96970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ZoneTexte 151">
                <a:extLst>
                  <a:ext uri="{FF2B5EF4-FFF2-40B4-BE49-F238E27FC236}">
                    <a16:creationId xmlns:a16="http://schemas.microsoft.com/office/drawing/2014/main" id="{A403ADA7-3BF3-836A-6175-B193E6880B35}"/>
                  </a:ext>
                </a:extLst>
              </p:cNvPr>
              <p:cNvSpPr txBox="1"/>
              <p:nvPr/>
            </p:nvSpPr>
            <p:spPr>
              <a:xfrm>
                <a:off x="3661928" y="5534796"/>
                <a:ext cx="2114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2" name="ZoneTexte 151">
                <a:extLst>
                  <a:ext uri="{FF2B5EF4-FFF2-40B4-BE49-F238E27FC236}">
                    <a16:creationId xmlns:a16="http://schemas.microsoft.com/office/drawing/2014/main" id="{A403ADA7-3BF3-836A-6175-B193E6880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928" y="5534796"/>
                <a:ext cx="211405" cy="276999"/>
              </a:xfrm>
              <a:prstGeom prst="rect">
                <a:avLst/>
              </a:prstGeom>
              <a:blipFill>
                <a:blip r:embed="rId10"/>
                <a:stretch>
                  <a:fillRect l="-29412" r="-23529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ZoneTexte 152">
                <a:extLst>
                  <a:ext uri="{FF2B5EF4-FFF2-40B4-BE49-F238E27FC236}">
                    <a16:creationId xmlns:a16="http://schemas.microsoft.com/office/drawing/2014/main" id="{B8D7B37B-1108-8034-8CCA-80EADAB69403}"/>
                  </a:ext>
                </a:extLst>
              </p:cNvPr>
              <p:cNvSpPr txBox="1"/>
              <p:nvPr/>
            </p:nvSpPr>
            <p:spPr>
              <a:xfrm>
                <a:off x="3667838" y="6163151"/>
                <a:ext cx="2114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3" name="ZoneTexte 152">
                <a:extLst>
                  <a:ext uri="{FF2B5EF4-FFF2-40B4-BE49-F238E27FC236}">
                    <a16:creationId xmlns:a16="http://schemas.microsoft.com/office/drawing/2014/main" id="{B8D7B37B-1108-8034-8CCA-80EADAB69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38" y="6163151"/>
                <a:ext cx="211404" cy="276999"/>
              </a:xfrm>
              <a:prstGeom prst="rect">
                <a:avLst/>
              </a:prstGeom>
              <a:blipFill>
                <a:blip r:embed="rId11"/>
                <a:stretch>
                  <a:fillRect l="-29412" t="-4444" r="-44118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Ellipse 155">
            <a:extLst>
              <a:ext uri="{FF2B5EF4-FFF2-40B4-BE49-F238E27FC236}">
                <a16:creationId xmlns:a16="http://schemas.microsoft.com/office/drawing/2014/main" id="{7B8AC2F9-1B6A-4D76-45E9-243C98976FC4}"/>
              </a:ext>
            </a:extLst>
          </p:cNvPr>
          <p:cNvSpPr/>
          <p:nvPr/>
        </p:nvSpPr>
        <p:spPr>
          <a:xfrm flipH="1">
            <a:off x="2047417" y="5152317"/>
            <a:ext cx="180000" cy="18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B3B500CC-BC67-62A3-F0BB-CF1BC1BBC5D2}"/>
              </a:ext>
            </a:extLst>
          </p:cNvPr>
          <p:cNvCxnSpPr>
            <a:cxnSpLocks/>
            <a:stCxn id="156" idx="7"/>
            <a:endCxn id="114" idx="1"/>
          </p:cNvCxnSpPr>
          <p:nvPr/>
        </p:nvCxnSpPr>
        <p:spPr>
          <a:xfrm flipH="1" flipV="1">
            <a:off x="1684324" y="4799548"/>
            <a:ext cx="389453" cy="37912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B3BC2CA2-0369-D5DD-C0E9-08FF8ED1A8F0}"/>
              </a:ext>
            </a:extLst>
          </p:cNvPr>
          <p:cNvCxnSpPr>
            <a:cxnSpLocks/>
            <a:endCxn id="156" idx="4"/>
          </p:cNvCxnSpPr>
          <p:nvPr/>
        </p:nvCxnSpPr>
        <p:spPr>
          <a:xfrm flipV="1">
            <a:off x="2137417" y="5332317"/>
            <a:ext cx="0" cy="8999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6A53315-AE75-CF04-3FCF-C443D89BDDE3}"/>
              </a:ext>
            </a:extLst>
          </p:cNvPr>
          <p:cNvSpPr/>
          <p:nvPr/>
        </p:nvSpPr>
        <p:spPr>
          <a:xfrm>
            <a:off x="1991476" y="5426255"/>
            <a:ext cx="288000" cy="81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0" name="Connecteur droit 159">
            <a:extLst>
              <a:ext uri="{FF2B5EF4-FFF2-40B4-BE49-F238E27FC236}">
                <a16:creationId xmlns:a16="http://schemas.microsoft.com/office/drawing/2014/main" id="{531CD22B-5954-DB69-F511-BD802B4E6D0A}"/>
              </a:ext>
            </a:extLst>
          </p:cNvPr>
          <p:cNvCxnSpPr>
            <a:cxnSpLocks/>
          </p:cNvCxnSpPr>
          <p:nvPr/>
        </p:nvCxnSpPr>
        <p:spPr>
          <a:xfrm flipH="1">
            <a:off x="1989776" y="5422316"/>
            <a:ext cx="292875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74E868D5-D3A9-9C10-690F-B282D93C1278}"/>
              </a:ext>
            </a:extLst>
          </p:cNvPr>
          <p:cNvCxnSpPr>
            <a:cxnSpLocks/>
          </p:cNvCxnSpPr>
          <p:nvPr/>
        </p:nvCxnSpPr>
        <p:spPr>
          <a:xfrm flipH="1">
            <a:off x="2485720" y="4086891"/>
            <a:ext cx="77545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E81302CD-05B1-B1B0-B875-55E809E7ECE2}"/>
              </a:ext>
            </a:extLst>
          </p:cNvPr>
          <p:cNvCxnSpPr>
            <a:cxnSpLocks/>
          </p:cNvCxnSpPr>
          <p:nvPr/>
        </p:nvCxnSpPr>
        <p:spPr>
          <a:xfrm flipV="1">
            <a:off x="3261175" y="4086891"/>
            <a:ext cx="0" cy="1930643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724A50D2-88CA-15E1-13A9-FA733986AACE}"/>
              </a:ext>
            </a:extLst>
          </p:cNvPr>
          <p:cNvCxnSpPr>
            <a:cxnSpLocks/>
          </p:cNvCxnSpPr>
          <p:nvPr/>
        </p:nvCxnSpPr>
        <p:spPr>
          <a:xfrm flipH="1">
            <a:off x="3264040" y="6017534"/>
            <a:ext cx="64867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AE0118B6-3B8F-4EEE-A56A-EFC34A992DFB}"/>
              </a:ext>
            </a:extLst>
          </p:cNvPr>
          <p:cNvCxnSpPr>
            <a:cxnSpLocks/>
          </p:cNvCxnSpPr>
          <p:nvPr/>
        </p:nvCxnSpPr>
        <p:spPr>
          <a:xfrm flipH="1">
            <a:off x="2213354" y="3997750"/>
            <a:ext cx="1147582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Connecteur droit 164">
            <a:extLst>
              <a:ext uri="{FF2B5EF4-FFF2-40B4-BE49-F238E27FC236}">
                <a16:creationId xmlns:a16="http://schemas.microsoft.com/office/drawing/2014/main" id="{E860A4A4-F43B-2D80-A6B3-EE8D40D40366}"/>
              </a:ext>
            </a:extLst>
          </p:cNvPr>
          <p:cNvCxnSpPr>
            <a:cxnSpLocks/>
          </p:cNvCxnSpPr>
          <p:nvPr/>
        </p:nvCxnSpPr>
        <p:spPr>
          <a:xfrm flipV="1">
            <a:off x="3360936" y="3997750"/>
            <a:ext cx="0" cy="679309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CF06EE49-9DEB-E90E-86B4-F8CB02AF16F6}"/>
              </a:ext>
            </a:extLst>
          </p:cNvPr>
          <p:cNvCxnSpPr>
            <a:cxnSpLocks/>
          </p:cNvCxnSpPr>
          <p:nvPr/>
        </p:nvCxnSpPr>
        <p:spPr>
          <a:xfrm flipH="1">
            <a:off x="3360936" y="4671635"/>
            <a:ext cx="57199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7" name="Arc 166">
            <a:extLst>
              <a:ext uri="{FF2B5EF4-FFF2-40B4-BE49-F238E27FC236}">
                <a16:creationId xmlns:a16="http://schemas.microsoft.com/office/drawing/2014/main" id="{B1C50749-4E7A-EDCD-A032-D701F204C7E1}"/>
              </a:ext>
            </a:extLst>
          </p:cNvPr>
          <p:cNvSpPr/>
          <p:nvPr/>
        </p:nvSpPr>
        <p:spPr>
          <a:xfrm>
            <a:off x="1725526" y="4845627"/>
            <a:ext cx="756100" cy="756100"/>
          </a:xfrm>
          <a:prstGeom prst="arc">
            <a:avLst/>
          </a:prstGeom>
          <a:noFill/>
          <a:ln w="25400">
            <a:solidFill>
              <a:srgbClr val="002060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lt1"/>
              </a:solidFill>
            </a:endParaRPr>
          </a:p>
        </p:txBody>
      </p:sp>
      <p:sp>
        <p:nvSpPr>
          <p:cNvPr id="168" name="ZoneTexte 167">
            <a:extLst>
              <a:ext uri="{FF2B5EF4-FFF2-40B4-BE49-F238E27FC236}">
                <a16:creationId xmlns:a16="http://schemas.microsoft.com/office/drawing/2014/main" id="{08691F1D-333C-1F67-212E-77AA47FB6EFF}"/>
              </a:ext>
            </a:extLst>
          </p:cNvPr>
          <p:cNvSpPr txBox="1"/>
          <p:nvPr/>
        </p:nvSpPr>
        <p:spPr>
          <a:xfrm rot="16200000">
            <a:off x="-285066" y="2171363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Sens </a:t>
            </a:r>
            <a:r>
              <a:rPr lang="fr-FR" b="1" dirty="0"/>
              <a:t>« + »</a:t>
            </a: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6B58CCC5-1953-C9E6-CDB1-4EFB233D9296}"/>
              </a:ext>
            </a:extLst>
          </p:cNvPr>
          <p:cNvSpPr txBox="1"/>
          <p:nvPr/>
        </p:nvSpPr>
        <p:spPr>
          <a:xfrm rot="16200000">
            <a:off x="-276845" y="5061128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Sens </a:t>
            </a:r>
            <a:r>
              <a:rPr lang="fr-FR" b="1" dirty="0"/>
              <a:t>« – »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593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6F27-C680-91A6-D736-FD1E9FAB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E2EE7034-2750-7B3E-3F90-434A8E007220}"/>
              </a:ext>
            </a:extLst>
          </p:cNvPr>
          <p:cNvSpPr/>
          <p:nvPr/>
        </p:nvSpPr>
        <p:spPr>
          <a:xfrm>
            <a:off x="5372658" y="2826200"/>
            <a:ext cx="702111" cy="6044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6F671E4-6A83-330F-47E8-DCF16022B673}"/>
              </a:ext>
            </a:extLst>
          </p:cNvPr>
          <p:cNvSpPr/>
          <p:nvPr/>
        </p:nvSpPr>
        <p:spPr>
          <a:xfrm>
            <a:off x="3939742" y="2834470"/>
            <a:ext cx="702111" cy="6044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D4349ED-E886-0FD2-6948-129B01A6A4CE}"/>
              </a:ext>
            </a:extLst>
          </p:cNvPr>
          <p:cNvSpPr/>
          <p:nvPr/>
        </p:nvSpPr>
        <p:spPr>
          <a:xfrm>
            <a:off x="5752592" y="1390771"/>
            <a:ext cx="702111" cy="604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C1528A4-9F06-1606-DAB6-5741C88BC5D9}"/>
              </a:ext>
            </a:extLst>
          </p:cNvPr>
          <p:cNvSpPr/>
          <p:nvPr/>
        </p:nvSpPr>
        <p:spPr>
          <a:xfrm>
            <a:off x="4314890" y="1392089"/>
            <a:ext cx="702111" cy="604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851B232-15B9-22DF-CB3F-169F230C1256}"/>
              </a:ext>
            </a:extLst>
          </p:cNvPr>
          <p:cNvSpPr/>
          <p:nvPr/>
        </p:nvSpPr>
        <p:spPr>
          <a:xfrm>
            <a:off x="1052624" y="1276029"/>
            <a:ext cx="2160000" cy="216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5678BB1-A0A0-C3E6-7F4F-4869E3DFE90D}"/>
              </a:ext>
            </a:extLst>
          </p:cNvPr>
          <p:cNvSpPr/>
          <p:nvPr/>
        </p:nvSpPr>
        <p:spPr>
          <a:xfrm>
            <a:off x="1506453" y="1729858"/>
            <a:ext cx="1252342" cy="125234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plein 5">
            <a:extLst>
              <a:ext uri="{FF2B5EF4-FFF2-40B4-BE49-F238E27FC236}">
                <a16:creationId xmlns:a16="http://schemas.microsoft.com/office/drawing/2014/main" id="{18DBB3F0-F1A4-2602-E461-E7D3381477F4}"/>
              </a:ext>
            </a:extLst>
          </p:cNvPr>
          <p:cNvSpPr/>
          <p:nvPr/>
        </p:nvSpPr>
        <p:spPr>
          <a:xfrm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c plein 28">
            <a:extLst>
              <a:ext uri="{FF2B5EF4-FFF2-40B4-BE49-F238E27FC236}">
                <a16:creationId xmlns:a16="http://schemas.microsoft.com/office/drawing/2014/main" id="{692CCAC2-79D6-D455-D8D9-233B9C155DDE}"/>
              </a:ext>
            </a:extLst>
          </p:cNvPr>
          <p:cNvSpPr/>
          <p:nvPr/>
        </p:nvSpPr>
        <p:spPr>
          <a:xfrm rot="-72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c plein 29">
            <a:extLst>
              <a:ext uri="{FF2B5EF4-FFF2-40B4-BE49-F238E27FC236}">
                <a16:creationId xmlns:a16="http://schemas.microsoft.com/office/drawing/2014/main" id="{97C6570E-25D7-C84D-30D9-2A92844015ED}"/>
              </a:ext>
            </a:extLst>
          </p:cNvPr>
          <p:cNvSpPr/>
          <p:nvPr/>
        </p:nvSpPr>
        <p:spPr>
          <a:xfrm rot="-36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c plein 30">
            <a:extLst>
              <a:ext uri="{FF2B5EF4-FFF2-40B4-BE49-F238E27FC236}">
                <a16:creationId xmlns:a16="http://schemas.microsoft.com/office/drawing/2014/main" id="{98910136-EBC3-9A3B-3AA5-8F561E15DE11}"/>
              </a:ext>
            </a:extLst>
          </p:cNvPr>
          <p:cNvSpPr/>
          <p:nvPr/>
        </p:nvSpPr>
        <p:spPr>
          <a:xfrm rot="108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Arc plein 31">
            <a:extLst>
              <a:ext uri="{FF2B5EF4-FFF2-40B4-BE49-F238E27FC236}">
                <a16:creationId xmlns:a16="http://schemas.microsoft.com/office/drawing/2014/main" id="{A501FF9B-3B10-6085-DF81-4D5D089528C7}"/>
              </a:ext>
            </a:extLst>
          </p:cNvPr>
          <p:cNvSpPr/>
          <p:nvPr/>
        </p:nvSpPr>
        <p:spPr>
          <a:xfrm rot="72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c plein 32">
            <a:extLst>
              <a:ext uri="{FF2B5EF4-FFF2-40B4-BE49-F238E27FC236}">
                <a16:creationId xmlns:a16="http://schemas.microsoft.com/office/drawing/2014/main" id="{334F23F8-6423-4B3C-7BED-C7EABC41ED50}"/>
              </a:ext>
            </a:extLst>
          </p:cNvPr>
          <p:cNvSpPr/>
          <p:nvPr/>
        </p:nvSpPr>
        <p:spPr>
          <a:xfrm rot="3600000">
            <a:off x="1142624" y="1366028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D2AB11A6-E391-7950-398B-4D722BB90D56}"/>
              </a:ext>
            </a:extLst>
          </p:cNvPr>
          <p:cNvSpPr/>
          <p:nvPr/>
        </p:nvSpPr>
        <p:spPr>
          <a:xfrm flipH="1">
            <a:off x="2415313" y="1472006"/>
            <a:ext cx="151874" cy="15187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E00369F-091D-CE15-24F5-0CC8B93415A8}"/>
              </a:ext>
            </a:extLst>
          </p:cNvPr>
          <p:cNvSpPr/>
          <p:nvPr/>
        </p:nvSpPr>
        <p:spPr>
          <a:xfrm flipH="1">
            <a:off x="2142947" y="1402343"/>
            <a:ext cx="151874" cy="1518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01AC1EE7-7A80-8A58-9819-75340DB5C12F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2218884" y="1111461"/>
            <a:ext cx="0" cy="290882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7623655-52CE-4F2E-3869-E1F8739E83DE}"/>
              </a:ext>
            </a:extLst>
          </p:cNvPr>
          <p:cNvCxnSpPr>
            <a:cxnSpLocks/>
          </p:cNvCxnSpPr>
          <p:nvPr/>
        </p:nvCxnSpPr>
        <p:spPr>
          <a:xfrm flipV="1">
            <a:off x="2494545" y="1200602"/>
            <a:ext cx="0" cy="271404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9E75B58B-3402-FF57-47BB-C352D527BD61}"/>
              </a:ext>
            </a:extLst>
          </p:cNvPr>
          <p:cNvCxnSpPr>
            <a:cxnSpLocks/>
          </p:cNvCxnSpPr>
          <p:nvPr/>
        </p:nvCxnSpPr>
        <p:spPr>
          <a:xfrm>
            <a:off x="3939975" y="1996575"/>
            <a:ext cx="731048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40E1A891-3C45-AEF1-1FDC-11D79A55106F}"/>
              </a:ext>
            </a:extLst>
          </p:cNvPr>
          <p:cNvCxnSpPr>
            <a:cxnSpLocks/>
          </p:cNvCxnSpPr>
          <p:nvPr/>
        </p:nvCxnSpPr>
        <p:spPr>
          <a:xfrm flipV="1">
            <a:off x="4314890" y="1392090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356F51ED-C60D-8F92-1574-8FDDEA4C3759}"/>
              </a:ext>
            </a:extLst>
          </p:cNvPr>
          <p:cNvCxnSpPr>
            <a:cxnSpLocks/>
          </p:cNvCxnSpPr>
          <p:nvPr/>
        </p:nvCxnSpPr>
        <p:spPr>
          <a:xfrm>
            <a:off x="4314890" y="1392090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4F8ED26-E75A-B70B-3505-A4D63EC80E9E}"/>
              </a:ext>
            </a:extLst>
          </p:cNvPr>
          <p:cNvCxnSpPr>
            <a:cxnSpLocks/>
          </p:cNvCxnSpPr>
          <p:nvPr/>
        </p:nvCxnSpPr>
        <p:spPr>
          <a:xfrm>
            <a:off x="5020031" y="1392090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97CED523-F08C-BA9D-C688-47AEF1BE2013}"/>
              </a:ext>
            </a:extLst>
          </p:cNvPr>
          <p:cNvCxnSpPr>
            <a:cxnSpLocks/>
          </p:cNvCxnSpPr>
          <p:nvPr/>
        </p:nvCxnSpPr>
        <p:spPr>
          <a:xfrm>
            <a:off x="3918245" y="1392089"/>
            <a:ext cx="2520000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1DBD2916-3E0D-194F-B3F0-0E6E73E23C08}"/>
              </a:ext>
            </a:extLst>
          </p:cNvPr>
          <p:cNvCxnSpPr>
            <a:cxnSpLocks/>
          </p:cNvCxnSpPr>
          <p:nvPr/>
        </p:nvCxnSpPr>
        <p:spPr>
          <a:xfrm>
            <a:off x="3938461" y="2829003"/>
            <a:ext cx="2160000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77047634-5679-74F3-65F6-2BB1CCAE620A}"/>
              </a:ext>
            </a:extLst>
          </p:cNvPr>
          <p:cNvCxnSpPr/>
          <p:nvPr/>
        </p:nvCxnSpPr>
        <p:spPr>
          <a:xfrm flipV="1">
            <a:off x="3939976" y="1016861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2C490A92-1583-CD94-B1D9-C89A8462FCC0}"/>
              </a:ext>
            </a:extLst>
          </p:cNvPr>
          <p:cNvCxnSpPr>
            <a:cxnSpLocks/>
          </p:cNvCxnSpPr>
          <p:nvPr/>
        </p:nvCxnSpPr>
        <p:spPr>
          <a:xfrm>
            <a:off x="3939976" y="1996575"/>
            <a:ext cx="2880000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99388EA2-0FB1-D964-92A6-CB28DA6A1667}"/>
              </a:ext>
            </a:extLst>
          </p:cNvPr>
          <p:cNvCxnSpPr>
            <a:cxnSpLocks/>
          </p:cNvCxnSpPr>
          <p:nvPr/>
        </p:nvCxnSpPr>
        <p:spPr>
          <a:xfrm>
            <a:off x="5020030" y="1996574"/>
            <a:ext cx="731048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601C5E8C-61E8-80C1-C96F-DD4F87B81BCA}"/>
              </a:ext>
            </a:extLst>
          </p:cNvPr>
          <p:cNvCxnSpPr>
            <a:cxnSpLocks/>
          </p:cNvCxnSpPr>
          <p:nvPr/>
        </p:nvCxnSpPr>
        <p:spPr>
          <a:xfrm flipV="1">
            <a:off x="5751078" y="1392089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68BEE5B9-0659-1086-6FF6-9FD983B1C86B}"/>
              </a:ext>
            </a:extLst>
          </p:cNvPr>
          <p:cNvCxnSpPr>
            <a:cxnSpLocks/>
          </p:cNvCxnSpPr>
          <p:nvPr/>
        </p:nvCxnSpPr>
        <p:spPr>
          <a:xfrm>
            <a:off x="5751078" y="1392089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7F08918F-B095-6266-61AB-3F79AEC77B80}"/>
              </a:ext>
            </a:extLst>
          </p:cNvPr>
          <p:cNvCxnSpPr>
            <a:cxnSpLocks/>
          </p:cNvCxnSpPr>
          <p:nvPr/>
        </p:nvCxnSpPr>
        <p:spPr>
          <a:xfrm>
            <a:off x="6456219" y="1392089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0AC346F3-4EE5-9D34-14BE-4B6F96F56D4C}"/>
              </a:ext>
            </a:extLst>
          </p:cNvPr>
          <p:cNvCxnSpPr/>
          <p:nvPr/>
        </p:nvCxnSpPr>
        <p:spPr>
          <a:xfrm flipV="1">
            <a:off x="3938462" y="2453775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4F2C2E45-0F3D-1EE8-176A-1CFF569F0D78}"/>
              </a:ext>
            </a:extLst>
          </p:cNvPr>
          <p:cNvCxnSpPr>
            <a:cxnSpLocks/>
          </p:cNvCxnSpPr>
          <p:nvPr/>
        </p:nvCxnSpPr>
        <p:spPr>
          <a:xfrm>
            <a:off x="3938462" y="3433489"/>
            <a:ext cx="2880000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0381AE87-F9FA-31A7-5A8C-055AB3A667FA}"/>
              </a:ext>
            </a:extLst>
          </p:cNvPr>
          <p:cNvCxnSpPr>
            <a:cxnSpLocks/>
          </p:cNvCxnSpPr>
          <p:nvPr/>
        </p:nvCxnSpPr>
        <p:spPr>
          <a:xfrm flipV="1">
            <a:off x="3937988" y="2829004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D220E84A-8542-C625-728E-BC724D511BAF}"/>
              </a:ext>
            </a:extLst>
          </p:cNvPr>
          <p:cNvCxnSpPr>
            <a:cxnSpLocks/>
          </p:cNvCxnSpPr>
          <p:nvPr/>
        </p:nvCxnSpPr>
        <p:spPr>
          <a:xfrm>
            <a:off x="3937988" y="2829004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B213FE6-98C8-0BC1-0AA0-6ACA0A5C0D62}"/>
              </a:ext>
            </a:extLst>
          </p:cNvPr>
          <p:cNvCxnSpPr>
            <a:cxnSpLocks/>
          </p:cNvCxnSpPr>
          <p:nvPr/>
        </p:nvCxnSpPr>
        <p:spPr>
          <a:xfrm>
            <a:off x="4643129" y="2829004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1F4879C5-2826-3E0D-9831-8C655B5805D9}"/>
              </a:ext>
            </a:extLst>
          </p:cNvPr>
          <p:cNvCxnSpPr>
            <a:cxnSpLocks/>
          </p:cNvCxnSpPr>
          <p:nvPr/>
        </p:nvCxnSpPr>
        <p:spPr>
          <a:xfrm>
            <a:off x="4643128" y="3433488"/>
            <a:ext cx="73104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A6F51B11-F780-A0B4-9B84-40CE1AF509FA}"/>
              </a:ext>
            </a:extLst>
          </p:cNvPr>
          <p:cNvCxnSpPr>
            <a:cxnSpLocks/>
          </p:cNvCxnSpPr>
          <p:nvPr/>
        </p:nvCxnSpPr>
        <p:spPr>
          <a:xfrm flipV="1">
            <a:off x="5374176" y="2829003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2E02BDB1-9A7E-3CFD-4A5B-77804F0093B1}"/>
              </a:ext>
            </a:extLst>
          </p:cNvPr>
          <p:cNvCxnSpPr>
            <a:cxnSpLocks/>
          </p:cNvCxnSpPr>
          <p:nvPr/>
        </p:nvCxnSpPr>
        <p:spPr>
          <a:xfrm>
            <a:off x="5374176" y="2829003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F2722A37-E23A-F3EA-A6FC-9E6E61AD8921}"/>
              </a:ext>
            </a:extLst>
          </p:cNvPr>
          <p:cNvCxnSpPr>
            <a:cxnSpLocks/>
          </p:cNvCxnSpPr>
          <p:nvPr/>
        </p:nvCxnSpPr>
        <p:spPr>
          <a:xfrm>
            <a:off x="6079317" y="2829003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EBED51E7-FDFF-FEDE-6086-7592B1DE9DAF}"/>
              </a:ext>
            </a:extLst>
          </p:cNvPr>
          <p:cNvCxnSpPr>
            <a:cxnSpLocks/>
          </p:cNvCxnSpPr>
          <p:nvPr/>
        </p:nvCxnSpPr>
        <p:spPr>
          <a:xfrm>
            <a:off x="6081068" y="3430851"/>
            <a:ext cx="180000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EE25308E-A820-DB37-F2BE-F3A2BADEA0A9}"/>
              </a:ext>
            </a:extLst>
          </p:cNvPr>
          <p:cNvSpPr txBox="1"/>
          <p:nvPr/>
        </p:nvSpPr>
        <p:spPr>
          <a:xfrm>
            <a:off x="2886644" y="974840"/>
            <a:ext cx="577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B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22F9AE22-D5A9-F69F-A0DF-7F1126B94F32}"/>
              </a:ext>
            </a:extLst>
          </p:cNvPr>
          <p:cNvSpPr txBox="1"/>
          <p:nvPr/>
        </p:nvSpPr>
        <p:spPr>
          <a:xfrm>
            <a:off x="2230016" y="841319"/>
            <a:ext cx="583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756D4492-8FF9-0B80-23DD-B0F10CD1027D}"/>
                  </a:ext>
                </a:extLst>
              </p:cNvPr>
              <p:cNvSpPr txBox="1"/>
              <p:nvPr/>
            </p:nvSpPr>
            <p:spPr>
              <a:xfrm>
                <a:off x="3673368" y="1229719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756D4492-8FF9-0B80-23DD-B0F10CD10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368" y="1229719"/>
                <a:ext cx="201016" cy="276999"/>
              </a:xfrm>
              <a:prstGeom prst="rect">
                <a:avLst/>
              </a:prstGeom>
              <a:blipFill>
                <a:blip r:embed="rId2"/>
                <a:stretch>
                  <a:fillRect l="-30303" r="-24242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C8C9F406-2285-A2E5-BBDD-B02A422B18BF}"/>
                  </a:ext>
                </a:extLst>
              </p:cNvPr>
              <p:cNvSpPr txBox="1"/>
              <p:nvPr/>
            </p:nvSpPr>
            <p:spPr>
              <a:xfrm>
                <a:off x="3679278" y="1858074"/>
                <a:ext cx="20101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C8C9F406-2285-A2E5-BBDD-B02A422B1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278" y="1858074"/>
                <a:ext cx="201017" cy="277576"/>
              </a:xfrm>
              <a:prstGeom prst="rect">
                <a:avLst/>
              </a:prstGeom>
              <a:blipFill>
                <a:blip r:embed="rId3"/>
                <a:stretch>
                  <a:fillRect l="-30303" t="-4444" r="-96970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FDDC3BB8-6059-E329-4A9A-D22B93E94A80}"/>
                  </a:ext>
                </a:extLst>
              </p:cNvPr>
              <p:cNvSpPr txBox="1"/>
              <p:nvPr/>
            </p:nvSpPr>
            <p:spPr>
              <a:xfrm>
                <a:off x="3667458" y="2648507"/>
                <a:ext cx="2114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FDDC3BB8-6059-E329-4A9A-D22B93E94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58" y="2648507"/>
                <a:ext cx="211405" cy="276999"/>
              </a:xfrm>
              <a:prstGeom prst="rect">
                <a:avLst/>
              </a:prstGeom>
              <a:blipFill>
                <a:blip r:embed="rId4"/>
                <a:stretch>
                  <a:fillRect l="-29412" r="-23529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6165ED75-629A-B995-E83E-5991E5F71156}"/>
                  </a:ext>
                </a:extLst>
              </p:cNvPr>
              <p:cNvSpPr txBox="1"/>
              <p:nvPr/>
            </p:nvSpPr>
            <p:spPr>
              <a:xfrm>
                <a:off x="3673368" y="3276862"/>
                <a:ext cx="2114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6165ED75-629A-B995-E83E-5991E5F71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368" y="3276862"/>
                <a:ext cx="211404" cy="276999"/>
              </a:xfrm>
              <a:prstGeom prst="rect">
                <a:avLst/>
              </a:prstGeom>
              <a:blipFill>
                <a:blip r:embed="rId5"/>
                <a:stretch>
                  <a:fillRect l="-29412" t="-6667" r="-44118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5FE2AC52-74C3-795C-322E-D9EAD8430DFF}"/>
                  </a:ext>
                </a:extLst>
              </p:cNvPr>
              <p:cNvSpPr txBox="1"/>
              <p:nvPr/>
            </p:nvSpPr>
            <p:spPr>
              <a:xfrm>
                <a:off x="4046675" y="1609977"/>
                <a:ext cx="249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5FE2AC52-74C3-795C-322E-D9EAD8430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675" y="1609977"/>
                <a:ext cx="249427" cy="184666"/>
              </a:xfrm>
              <a:prstGeom prst="rect">
                <a:avLst/>
              </a:prstGeom>
              <a:blipFill>
                <a:blip r:embed="rId6"/>
                <a:stretch>
                  <a:fillRect l="-17073" r="-14634"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98A90572-A6BC-25A8-D416-1284D21FE518}"/>
                  </a:ext>
                </a:extLst>
              </p:cNvPr>
              <p:cNvSpPr txBox="1"/>
              <p:nvPr/>
            </p:nvSpPr>
            <p:spPr>
              <a:xfrm>
                <a:off x="4747742" y="1600680"/>
                <a:ext cx="249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98A90572-A6BC-25A8-D416-1284D21FE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742" y="1600680"/>
                <a:ext cx="249427" cy="184666"/>
              </a:xfrm>
              <a:prstGeom prst="rect">
                <a:avLst/>
              </a:prstGeom>
              <a:blipFill>
                <a:blip r:embed="rId7"/>
                <a:stretch>
                  <a:fillRect l="-17073" r="-14634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lipse 10">
            <a:extLst>
              <a:ext uri="{FF2B5EF4-FFF2-40B4-BE49-F238E27FC236}">
                <a16:creationId xmlns:a16="http://schemas.microsoft.com/office/drawing/2014/main" id="{10903723-0E2B-B3B3-7391-8597C23AD435}"/>
              </a:ext>
            </a:extLst>
          </p:cNvPr>
          <p:cNvSpPr/>
          <p:nvPr/>
        </p:nvSpPr>
        <p:spPr>
          <a:xfrm flipH="1">
            <a:off x="2052947" y="2266028"/>
            <a:ext cx="180000" cy="18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27FB685-BFFD-FADE-9BC3-869E44DAE642}"/>
              </a:ext>
            </a:extLst>
          </p:cNvPr>
          <p:cNvCxnSpPr>
            <a:cxnSpLocks/>
            <a:stCxn id="11" idx="7"/>
            <a:endCxn id="5" idx="1"/>
          </p:cNvCxnSpPr>
          <p:nvPr/>
        </p:nvCxnSpPr>
        <p:spPr>
          <a:xfrm flipH="1" flipV="1">
            <a:off x="1689854" y="1913259"/>
            <a:ext cx="389453" cy="37912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89C6FE4-4294-C504-A731-C1415549A1CE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2142947" y="2446028"/>
            <a:ext cx="0" cy="8999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51D6901-BD40-404E-1100-E9F16D1DDBCA}"/>
              </a:ext>
            </a:extLst>
          </p:cNvPr>
          <p:cNvSpPr/>
          <p:nvPr/>
        </p:nvSpPr>
        <p:spPr>
          <a:xfrm>
            <a:off x="1997006" y="2539966"/>
            <a:ext cx="288000" cy="81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F28F742-CB39-EC74-F8EB-D8B3979A2823}"/>
              </a:ext>
            </a:extLst>
          </p:cNvPr>
          <p:cNvCxnSpPr>
            <a:cxnSpLocks/>
          </p:cNvCxnSpPr>
          <p:nvPr/>
        </p:nvCxnSpPr>
        <p:spPr>
          <a:xfrm flipH="1">
            <a:off x="1995306" y="2536027"/>
            <a:ext cx="292875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97717A98-0DAC-BF9E-4B3A-1021FA55400D}"/>
              </a:ext>
            </a:extLst>
          </p:cNvPr>
          <p:cNvCxnSpPr>
            <a:cxnSpLocks/>
          </p:cNvCxnSpPr>
          <p:nvPr/>
        </p:nvCxnSpPr>
        <p:spPr>
          <a:xfrm flipH="1">
            <a:off x="2491250" y="1200602"/>
            <a:ext cx="775455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94F6D353-9ABC-5D00-1E33-F8A1CF8877C6}"/>
              </a:ext>
            </a:extLst>
          </p:cNvPr>
          <p:cNvCxnSpPr>
            <a:cxnSpLocks/>
          </p:cNvCxnSpPr>
          <p:nvPr/>
        </p:nvCxnSpPr>
        <p:spPr>
          <a:xfrm flipH="1">
            <a:off x="2218884" y="1111461"/>
            <a:ext cx="660093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Arc 101">
            <a:extLst>
              <a:ext uri="{FF2B5EF4-FFF2-40B4-BE49-F238E27FC236}">
                <a16:creationId xmlns:a16="http://schemas.microsoft.com/office/drawing/2014/main" id="{2A118298-E316-A0BB-9A8F-4C80AA72E541}"/>
              </a:ext>
            </a:extLst>
          </p:cNvPr>
          <p:cNvSpPr/>
          <p:nvPr/>
        </p:nvSpPr>
        <p:spPr>
          <a:xfrm>
            <a:off x="1731056" y="1959338"/>
            <a:ext cx="756100" cy="756100"/>
          </a:xfrm>
          <a:prstGeom prst="arc">
            <a:avLst/>
          </a:prstGeom>
          <a:noFill/>
          <a:ln w="25400">
            <a:solidFill>
              <a:srgbClr val="00206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4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AA36-6D54-00AE-EDD9-60CAE155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97B6120C-356E-F995-6B2B-F86C54605631}"/>
              </a:ext>
            </a:extLst>
          </p:cNvPr>
          <p:cNvSpPr/>
          <p:nvPr/>
        </p:nvSpPr>
        <p:spPr>
          <a:xfrm>
            <a:off x="1052624" y="1276029"/>
            <a:ext cx="2160000" cy="216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B01489A-7854-B750-0093-5ED353AEFC5A}"/>
              </a:ext>
            </a:extLst>
          </p:cNvPr>
          <p:cNvSpPr/>
          <p:nvPr/>
        </p:nvSpPr>
        <p:spPr>
          <a:xfrm>
            <a:off x="1506453" y="1729858"/>
            <a:ext cx="1252342" cy="125234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438C807-DB99-5054-E7DC-65561B177EB0}"/>
              </a:ext>
            </a:extLst>
          </p:cNvPr>
          <p:cNvGrpSpPr/>
          <p:nvPr/>
        </p:nvGrpSpPr>
        <p:grpSpPr>
          <a:xfrm rot="900000">
            <a:off x="1322624" y="1527388"/>
            <a:ext cx="1620000" cy="1620000"/>
            <a:chOff x="1142624" y="1366028"/>
            <a:chExt cx="1980000" cy="1980000"/>
          </a:xfrm>
        </p:grpSpPr>
        <p:sp>
          <p:nvSpPr>
            <p:cNvPr id="6" name="Arc plein 5">
              <a:extLst>
                <a:ext uri="{FF2B5EF4-FFF2-40B4-BE49-F238E27FC236}">
                  <a16:creationId xmlns:a16="http://schemas.microsoft.com/office/drawing/2014/main" id="{2004873E-4834-38FC-02F1-68CEA8CE5D0E}"/>
                </a:ext>
              </a:extLst>
            </p:cNvPr>
            <p:cNvSpPr/>
            <p:nvPr/>
          </p:nvSpPr>
          <p:spPr>
            <a:xfrm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61467"/>
                <a:gd name="adj3" fmla="val 584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Arc plein 28">
              <a:extLst>
                <a:ext uri="{FF2B5EF4-FFF2-40B4-BE49-F238E27FC236}">
                  <a16:creationId xmlns:a16="http://schemas.microsoft.com/office/drawing/2014/main" id="{A62FBEB1-E7BC-A247-50D9-9CAC9541BDCA}"/>
                </a:ext>
              </a:extLst>
            </p:cNvPr>
            <p:cNvSpPr/>
            <p:nvPr/>
          </p:nvSpPr>
          <p:spPr>
            <a:xfrm rot="-72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40655"/>
                <a:gd name="adj3" fmla="val 64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Arc plein 29">
              <a:extLst>
                <a:ext uri="{FF2B5EF4-FFF2-40B4-BE49-F238E27FC236}">
                  <a16:creationId xmlns:a16="http://schemas.microsoft.com/office/drawing/2014/main" id="{2D9E95E5-48E8-972A-5B0E-7A8604028BC0}"/>
                </a:ext>
              </a:extLst>
            </p:cNvPr>
            <p:cNvSpPr/>
            <p:nvPr/>
          </p:nvSpPr>
          <p:spPr>
            <a:xfrm rot="-36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74641"/>
                <a:gd name="adj3" fmla="val 667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Arc plein 30">
              <a:extLst>
                <a:ext uri="{FF2B5EF4-FFF2-40B4-BE49-F238E27FC236}">
                  <a16:creationId xmlns:a16="http://schemas.microsoft.com/office/drawing/2014/main" id="{5B7D377A-D613-2F6E-5B75-9FC3F737A747}"/>
                </a:ext>
              </a:extLst>
            </p:cNvPr>
            <p:cNvSpPr/>
            <p:nvPr/>
          </p:nvSpPr>
          <p:spPr>
            <a:xfrm rot="108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75692"/>
                <a:gd name="adj3" fmla="val 617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2" name="Arc plein 31">
              <a:extLst>
                <a:ext uri="{FF2B5EF4-FFF2-40B4-BE49-F238E27FC236}">
                  <a16:creationId xmlns:a16="http://schemas.microsoft.com/office/drawing/2014/main" id="{66C1A9CC-989B-221C-6420-A63580526ACC}"/>
                </a:ext>
              </a:extLst>
            </p:cNvPr>
            <p:cNvSpPr/>
            <p:nvPr/>
          </p:nvSpPr>
          <p:spPr>
            <a:xfrm rot="72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24451"/>
                <a:gd name="adj3" fmla="val 6296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Arc plein 32">
              <a:extLst>
                <a:ext uri="{FF2B5EF4-FFF2-40B4-BE49-F238E27FC236}">
                  <a16:creationId xmlns:a16="http://schemas.microsoft.com/office/drawing/2014/main" id="{8499BB2D-787F-122B-9FCB-D62EA53A2002}"/>
                </a:ext>
              </a:extLst>
            </p:cNvPr>
            <p:cNvSpPr/>
            <p:nvPr/>
          </p:nvSpPr>
          <p:spPr>
            <a:xfrm rot="36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39633"/>
                <a:gd name="adj3" fmla="val 714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4" name="Ellipse 33">
            <a:extLst>
              <a:ext uri="{FF2B5EF4-FFF2-40B4-BE49-F238E27FC236}">
                <a16:creationId xmlns:a16="http://schemas.microsoft.com/office/drawing/2014/main" id="{092C6612-8E83-A4DC-D226-A7BB1BCE8434}"/>
              </a:ext>
            </a:extLst>
          </p:cNvPr>
          <p:cNvSpPr/>
          <p:nvPr/>
        </p:nvSpPr>
        <p:spPr>
          <a:xfrm flipH="1">
            <a:off x="2174540" y="1537437"/>
            <a:ext cx="108000" cy="108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1B83CF3-2A15-4046-EA27-518BF17EEFAC}"/>
              </a:ext>
            </a:extLst>
          </p:cNvPr>
          <p:cNvSpPr/>
          <p:nvPr/>
        </p:nvSpPr>
        <p:spPr>
          <a:xfrm flipH="1">
            <a:off x="2176597" y="1359580"/>
            <a:ext cx="108000" cy="1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D7B235D-E95E-D6FD-3C31-68C774C874EA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2230597" y="1051468"/>
            <a:ext cx="2350" cy="308112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8925F81-D5FB-8A94-4DAE-2AF3BAE40C69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2266724" y="1298025"/>
            <a:ext cx="379146" cy="255228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AF3B2B5-1725-06C1-E4FA-C01F9EE813AB}"/>
              </a:ext>
            </a:extLst>
          </p:cNvPr>
          <p:cNvSpPr txBox="1"/>
          <p:nvPr/>
        </p:nvSpPr>
        <p:spPr>
          <a:xfrm>
            <a:off x="2724186" y="1086839"/>
            <a:ext cx="577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B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E8F9ECA3-3088-BAD8-33B4-5CD4F3ACD8FD}"/>
              </a:ext>
            </a:extLst>
          </p:cNvPr>
          <p:cNvSpPr txBox="1"/>
          <p:nvPr/>
        </p:nvSpPr>
        <p:spPr>
          <a:xfrm>
            <a:off x="2397016" y="830304"/>
            <a:ext cx="583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Voie A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E16F388-AD49-F602-A60D-4EC48050B9B9}"/>
              </a:ext>
            </a:extLst>
          </p:cNvPr>
          <p:cNvSpPr/>
          <p:nvPr/>
        </p:nvSpPr>
        <p:spPr>
          <a:xfrm flipH="1">
            <a:off x="2052947" y="2266028"/>
            <a:ext cx="180000" cy="18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0E3855F-3568-3FEA-2C3A-F004ECBF0DEF}"/>
              </a:ext>
            </a:extLst>
          </p:cNvPr>
          <p:cNvCxnSpPr>
            <a:cxnSpLocks/>
            <a:stCxn id="11" idx="7"/>
            <a:endCxn id="5" idx="1"/>
          </p:cNvCxnSpPr>
          <p:nvPr/>
        </p:nvCxnSpPr>
        <p:spPr>
          <a:xfrm flipH="1" flipV="1">
            <a:off x="1689854" y="1913259"/>
            <a:ext cx="389453" cy="37912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BC36E10-34E8-269B-6FAE-887BFFDB9557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2142947" y="2446028"/>
            <a:ext cx="0" cy="8999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3A15A57-4AE8-1A34-89AF-E589DC95D6E4}"/>
              </a:ext>
            </a:extLst>
          </p:cNvPr>
          <p:cNvSpPr/>
          <p:nvPr/>
        </p:nvSpPr>
        <p:spPr>
          <a:xfrm>
            <a:off x="1997006" y="2539966"/>
            <a:ext cx="288000" cy="81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5BDF16F-E052-D40D-4010-906E6BD57168}"/>
              </a:ext>
            </a:extLst>
          </p:cNvPr>
          <p:cNvCxnSpPr>
            <a:cxnSpLocks/>
          </p:cNvCxnSpPr>
          <p:nvPr/>
        </p:nvCxnSpPr>
        <p:spPr>
          <a:xfrm flipH="1">
            <a:off x="1995306" y="2536027"/>
            <a:ext cx="292875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38358E4-57F1-098D-2DA2-AC3D59E3D4D9}"/>
              </a:ext>
            </a:extLst>
          </p:cNvPr>
          <p:cNvCxnSpPr>
            <a:cxnSpLocks/>
          </p:cNvCxnSpPr>
          <p:nvPr/>
        </p:nvCxnSpPr>
        <p:spPr>
          <a:xfrm flipH="1">
            <a:off x="2631052" y="1302452"/>
            <a:ext cx="577339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E03AF09B-26A9-C9FD-534C-250D61806BB4}"/>
              </a:ext>
            </a:extLst>
          </p:cNvPr>
          <p:cNvCxnSpPr>
            <a:cxnSpLocks/>
          </p:cNvCxnSpPr>
          <p:nvPr/>
        </p:nvCxnSpPr>
        <p:spPr>
          <a:xfrm flipH="1">
            <a:off x="2227133" y="1047529"/>
            <a:ext cx="660093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Arc 101">
            <a:extLst>
              <a:ext uri="{FF2B5EF4-FFF2-40B4-BE49-F238E27FC236}">
                <a16:creationId xmlns:a16="http://schemas.microsoft.com/office/drawing/2014/main" id="{E47D559C-21D5-E589-7329-F94D87FDE5E3}"/>
              </a:ext>
            </a:extLst>
          </p:cNvPr>
          <p:cNvSpPr/>
          <p:nvPr/>
        </p:nvSpPr>
        <p:spPr>
          <a:xfrm>
            <a:off x="1731056" y="1959338"/>
            <a:ext cx="756100" cy="756100"/>
          </a:xfrm>
          <a:prstGeom prst="arc">
            <a:avLst/>
          </a:prstGeom>
          <a:noFill/>
          <a:ln w="25400">
            <a:solidFill>
              <a:srgbClr val="00206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lt1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0F63614-3081-1591-82D6-360787D39AD6}"/>
              </a:ext>
            </a:extLst>
          </p:cNvPr>
          <p:cNvGrpSpPr/>
          <p:nvPr/>
        </p:nvGrpSpPr>
        <p:grpSpPr>
          <a:xfrm>
            <a:off x="1129032" y="1352550"/>
            <a:ext cx="2009368" cy="2009368"/>
            <a:chOff x="1142624" y="1366028"/>
            <a:chExt cx="1980000" cy="1980000"/>
          </a:xfrm>
        </p:grpSpPr>
        <p:sp>
          <p:nvSpPr>
            <p:cNvPr id="8" name="Arc plein 7">
              <a:extLst>
                <a:ext uri="{FF2B5EF4-FFF2-40B4-BE49-F238E27FC236}">
                  <a16:creationId xmlns:a16="http://schemas.microsoft.com/office/drawing/2014/main" id="{4FBEE479-18D5-018F-AF2B-03DA89B80701}"/>
                </a:ext>
              </a:extLst>
            </p:cNvPr>
            <p:cNvSpPr/>
            <p:nvPr/>
          </p:nvSpPr>
          <p:spPr>
            <a:xfrm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59475"/>
                <a:gd name="adj3" fmla="val 581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Arc plein 8">
              <a:extLst>
                <a:ext uri="{FF2B5EF4-FFF2-40B4-BE49-F238E27FC236}">
                  <a16:creationId xmlns:a16="http://schemas.microsoft.com/office/drawing/2014/main" id="{1084DE17-5265-B5F9-EE99-FAD26F95C0CD}"/>
                </a:ext>
              </a:extLst>
            </p:cNvPr>
            <p:cNvSpPr/>
            <p:nvPr/>
          </p:nvSpPr>
          <p:spPr>
            <a:xfrm rot="-72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70288"/>
                <a:gd name="adj3" fmla="val 5743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Arc plein 9">
              <a:extLst>
                <a:ext uri="{FF2B5EF4-FFF2-40B4-BE49-F238E27FC236}">
                  <a16:creationId xmlns:a16="http://schemas.microsoft.com/office/drawing/2014/main" id="{8CECBEC6-A24C-4B70-E617-B2A639202F71}"/>
                </a:ext>
              </a:extLst>
            </p:cNvPr>
            <p:cNvSpPr/>
            <p:nvPr/>
          </p:nvSpPr>
          <p:spPr>
            <a:xfrm rot="-36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93343"/>
                <a:gd name="adj3" fmla="val 5547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Arc plein 12">
              <a:extLst>
                <a:ext uri="{FF2B5EF4-FFF2-40B4-BE49-F238E27FC236}">
                  <a16:creationId xmlns:a16="http://schemas.microsoft.com/office/drawing/2014/main" id="{44AE9F5E-F0B8-2B67-06A7-4CFA620BCEC2}"/>
                </a:ext>
              </a:extLst>
            </p:cNvPr>
            <p:cNvSpPr/>
            <p:nvPr/>
          </p:nvSpPr>
          <p:spPr>
            <a:xfrm rot="108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59475"/>
                <a:gd name="adj3" fmla="val 581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Arc plein 13">
              <a:extLst>
                <a:ext uri="{FF2B5EF4-FFF2-40B4-BE49-F238E27FC236}">
                  <a16:creationId xmlns:a16="http://schemas.microsoft.com/office/drawing/2014/main" id="{9304A8DE-17BC-2C6C-CDFD-F4DB99D07F40}"/>
                </a:ext>
              </a:extLst>
            </p:cNvPr>
            <p:cNvSpPr/>
            <p:nvPr/>
          </p:nvSpPr>
          <p:spPr>
            <a:xfrm rot="72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26200"/>
                <a:gd name="adj3" fmla="val 576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Arc plein 14">
              <a:extLst>
                <a:ext uri="{FF2B5EF4-FFF2-40B4-BE49-F238E27FC236}">
                  <a16:creationId xmlns:a16="http://schemas.microsoft.com/office/drawing/2014/main" id="{CEBF27DF-97AF-EC0D-1B24-92C3E232BB98}"/>
                </a:ext>
              </a:extLst>
            </p:cNvPr>
            <p:cNvSpPr/>
            <p:nvPr/>
          </p:nvSpPr>
          <p:spPr>
            <a:xfrm rot="3600000">
              <a:off x="1142624" y="1366028"/>
              <a:ext cx="1980000" cy="1980000"/>
            </a:xfrm>
            <a:prstGeom prst="blockArc">
              <a:avLst>
                <a:gd name="adj1" fmla="val 10765225"/>
                <a:gd name="adj2" fmla="val 12545353"/>
                <a:gd name="adj3" fmla="val 60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83380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83E9FD45-25BE-90CF-12ED-BBF754C6F602}"/>
              </a:ext>
            </a:extLst>
          </p:cNvPr>
          <p:cNvCxnSpPr/>
          <p:nvPr/>
        </p:nvCxnSpPr>
        <p:spPr>
          <a:xfrm flipV="1">
            <a:off x="4564441" y="1138103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7FFAC78D-7A97-B786-A774-3B32CA5047C5}"/>
              </a:ext>
            </a:extLst>
          </p:cNvPr>
          <p:cNvCxnSpPr>
            <a:cxnSpLocks/>
          </p:cNvCxnSpPr>
          <p:nvPr/>
        </p:nvCxnSpPr>
        <p:spPr>
          <a:xfrm>
            <a:off x="4564441" y="2117817"/>
            <a:ext cx="3606451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88C649CD-21D9-12F1-6292-90C23500E272}"/>
              </a:ext>
            </a:extLst>
          </p:cNvPr>
          <p:cNvCxnSpPr>
            <a:cxnSpLocks/>
          </p:cNvCxnSpPr>
          <p:nvPr/>
        </p:nvCxnSpPr>
        <p:spPr>
          <a:xfrm>
            <a:off x="4564440" y="2117817"/>
            <a:ext cx="731048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C6CB454-6039-FB92-1288-02876AA47000}"/>
              </a:ext>
            </a:extLst>
          </p:cNvPr>
          <p:cNvCxnSpPr>
            <a:cxnSpLocks/>
          </p:cNvCxnSpPr>
          <p:nvPr/>
        </p:nvCxnSpPr>
        <p:spPr>
          <a:xfrm flipV="1">
            <a:off x="5295488" y="1513332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6DAA89A0-7E4F-5BA8-0D58-B51709ECEAAB}"/>
              </a:ext>
            </a:extLst>
          </p:cNvPr>
          <p:cNvCxnSpPr>
            <a:cxnSpLocks/>
          </p:cNvCxnSpPr>
          <p:nvPr/>
        </p:nvCxnSpPr>
        <p:spPr>
          <a:xfrm>
            <a:off x="5295488" y="1513332"/>
            <a:ext cx="705141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184174A0-82CD-4A74-4D6E-C77AD4A2D1E6}"/>
              </a:ext>
            </a:extLst>
          </p:cNvPr>
          <p:cNvCxnSpPr>
            <a:cxnSpLocks/>
          </p:cNvCxnSpPr>
          <p:nvPr/>
        </p:nvCxnSpPr>
        <p:spPr>
          <a:xfrm>
            <a:off x="6000629" y="1513332"/>
            <a:ext cx="0" cy="60448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041265C6-B0FB-07F8-C19D-2E4555896A33}"/>
              </a:ext>
            </a:extLst>
          </p:cNvPr>
          <p:cNvCxnSpPr>
            <a:cxnSpLocks/>
          </p:cNvCxnSpPr>
          <p:nvPr/>
        </p:nvCxnSpPr>
        <p:spPr>
          <a:xfrm>
            <a:off x="4542710" y="1513331"/>
            <a:ext cx="2894107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37DB0416-FB00-E3EE-2E2A-574B66C42B5D}"/>
              </a:ext>
            </a:extLst>
          </p:cNvPr>
          <p:cNvCxnSpPr>
            <a:cxnSpLocks/>
          </p:cNvCxnSpPr>
          <p:nvPr/>
        </p:nvCxnSpPr>
        <p:spPr>
          <a:xfrm>
            <a:off x="4562926" y="2950245"/>
            <a:ext cx="2894107" cy="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11013706-362D-281F-9EF8-E02EB8E53422}"/>
              </a:ext>
            </a:extLst>
          </p:cNvPr>
          <p:cNvGrpSpPr/>
          <p:nvPr/>
        </p:nvGrpSpPr>
        <p:grpSpPr>
          <a:xfrm>
            <a:off x="6000628" y="1513331"/>
            <a:ext cx="1436189" cy="604485"/>
            <a:chOff x="326571" y="2861028"/>
            <a:chExt cx="1436189" cy="604485"/>
          </a:xfrm>
        </p:grpSpPr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3331456F-4354-700D-C8B7-C8D15B2CDCBD}"/>
                </a:ext>
              </a:extLst>
            </p:cNvPr>
            <p:cNvCxnSpPr>
              <a:cxnSpLocks/>
            </p:cNvCxnSpPr>
            <p:nvPr/>
          </p:nvCxnSpPr>
          <p:spPr>
            <a:xfrm>
              <a:off x="326571" y="3465513"/>
              <a:ext cx="731048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75D049E9-BC88-B902-A112-AF08F6F8C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7619" y="2861028"/>
              <a:ext cx="0" cy="604485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C35C14C5-E545-2921-8F5E-A86FB88191D3}"/>
                </a:ext>
              </a:extLst>
            </p:cNvPr>
            <p:cNvCxnSpPr>
              <a:cxnSpLocks/>
            </p:cNvCxnSpPr>
            <p:nvPr/>
          </p:nvCxnSpPr>
          <p:spPr>
            <a:xfrm>
              <a:off x="1057619" y="2861028"/>
              <a:ext cx="705141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8FF84494-253D-5223-4BA1-3350D0D46595}"/>
                </a:ext>
              </a:extLst>
            </p:cNvPr>
            <p:cNvCxnSpPr>
              <a:cxnSpLocks/>
            </p:cNvCxnSpPr>
            <p:nvPr/>
          </p:nvCxnSpPr>
          <p:spPr>
            <a:xfrm>
              <a:off x="1762760" y="2861028"/>
              <a:ext cx="0" cy="604485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C49D2C2F-0664-300F-B5B5-DBC92AEA0061}"/>
              </a:ext>
            </a:extLst>
          </p:cNvPr>
          <p:cNvSpPr txBox="1"/>
          <p:nvPr/>
        </p:nvSpPr>
        <p:spPr>
          <a:xfrm>
            <a:off x="4562926" y="997996"/>
            <a:ext cx="782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Voie A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F511EF7-92E6-4721-B2BF-0FE0EE3CEC7F}"/>
              </a:ext>
            </a:extLst>
          </p:cNvPr>
          <p:cNvCxnSpPr/>
          <p:nvPr/>
        </p:nvCxnSpPr>
        <p:spPr>
          <a:xfrm flipV="1">
            <a:off x="4562927" y="2575017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2B9618F-2A0C-AB4D-7FFD-0DF84E828BFF}"/>
              </a:ext>
            </a:extLst>
          </p:cNvPr>
          <p:cNvCxnSpPr>
            <a:cxnSpLocks/>
          </p:cNvCxnSpPr>
          <p:nvPr/>
        </p:nvCxnSpPr>
        <p:spPr>
          <a:xfrm>
            <a:off x="4562927" y="3554731"/>
            <a:ext cx="3606451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EF01C0B6-0F7E-3538-C295-088E105EFBD8}"/>
              </a:ext>
            </a:extLst>
          </p:cNvPr>
          <p:cNvCxnSpPr>
            <a:cxnSpLocks/>
          </p:cNvCxnSpPr>
          <p:nvPr/>
        </p:nvCxnSpPr>
        <p:spPr>
          <a:xfrm>
            <a:off x="4562926" y="3554731"/>
            <a:ext cx="38453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4380AB31-E29A-ED0F-A659-DFC6B5DA622D}"/>
              </a:ext>
            </a:extLst>
          </p:cNvPr>
          <p:cNvCxnSpPr>
            <a:cxnSpLocks/>
          </p:cNvCxnSpPr>
          <p:nvPr/>
        </p:nvCxnSpPr>
        <p:spPr>
          <a:xfrm flipV="1">
            <a:off x="4947464" y="2950246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3EB52F0A-D5DF-57A4-9961-5E9F19C5607B}"/>
              </a:ext>
            </a:extLst>
          </p:cNvPr>
          <p:cNvCxnSpPr>
            <a:cxnSpLocks/>
          </p:cNvCxnSpPr>
          <p:nvPr/>
        </p:nvCxnSpPr>
        <p:spPr>
          <a:xfrm>
            <a:off x="4947464" y="2950246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9F04F63-DADF-DB0A-0786-4D94C73488A2}"/>
              </a:ext>
            </a:extLst>
          </p:cNvPr>
          <p:cNvCxnSpPr>
            <a:cxnSpLocks/>
          </p:cNvCxnSpPr>
          <p:nvPr/>
        </p:nvCxnSpPr>
        <p:spPr>
          <a:xfrm>
            <a:off x="5652605" y="2950246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C39F4E7-F0FB-2A77-9524-B307FE878A31}"/>
              </a:ext>
            </a:extLst>
          </p:cNvPr>
          <p:cNvCxnSpPr>
            <a:cxnSpLocks/>
          </p:cNvCxnSpPr>
          <p:nvPr/>
        </p:nvCxnSpPr>
        <p:spPr>
          <a:xfrm>
            <a:off x="5652604" y="3554730"/>
            <a:ext cx="73104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9D07B02-ACC4-7369-CF12-18A6B92F7742}"/>
              </a:ext>
            </a:extLst>
          </p:cNvPr>
          <p:cNvCxnSpPr>
            <a:cxnSpLocks/>
          </p:cNvCxnSpPr>
          <p:nvPr/>
        </p:nvCxnSpPr>
        <p:spPr>
          <a:xfrm flipV="1">
            <a:off x="6383652" y="2950245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92C4E003-2E35-AEC1-CB71-01399F52C532}"/>
              </a:ext>
            </a:extLst>
          </p:cNvPr>
          <p:cNvCxnSpPr>
            <a:cxnSpLocks/>
          </p:cNvCxnSpPr>
          <p:nvPr/>
        </p:nvCxnSpPr>
        <p:spPr>
          <a:xfrm>
            <a:off x="6383652" y="2950245"/>
            <a:ext cx="705141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C0F05081-DCEE-E4D7-5C2A-80C4B1EAB420}"/>
              </a:ext>
            </a:extLst>
          </p:cNvPr>
          <p:cNvCxnSpPr>
            <a:cxnSpLocks/>
          </p:cNvCxnSpPr>
          <p:nvPr/>
        </p:nvCxnSpPr>
        <p:spPr>
          <a:xfrm>
            <a:off x="7088793" y="2950245"/>
            <a:ext cx="0" cy="60448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A165655B-8E73-FC45-9D00-CC9BDFAC8A92}"/>
              </a:ext>
            </a:extLst>
          </p:cNvPr>
          <p:cNvCxnSpPr>
            <a:cxnSpLocks/>
          </p:cNvCxnSpPr>
          <p:nvPr/>
        </p:nvCxnSpPr>
        <p:spPr>
          <a:xfrm>
            <a:off x="7071293" y="3552093"/>
            <a:ext cx="73104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7B5A59B5-1BFD-DB28-03C8-35B7D6272E6E}"/>
              </a:ext>
            </a:extLst>
          </p:cNvPr>
          <p:cNvSpPr txBox="1"/>
          <p:nvPr/>
        </p:nvSpPr>
        <p:spPr>
          <a:xfrm>
            <a:off x="4542710" y="2425781"/>
            <a:ext cx="77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Voie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A67B54E-D689-0F79-7E8C-346583C953BF}"/>
                  </a:ext>
                </a:extLst>
              </p:cNvPr>
              <p:cNvSpPr txBox="1"/>
              <p:nvPr/>
            </p:nvSpPr>
            <p:spPr>
              <a:xfrm>
                <a:off x="4297833" y="1350961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A67B54E-D689-0F79-7E8C-346583C95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833" y="1350961"/>
                <a:ext cx="201016" cy="276999"/>
              </a:xfrm>
              <a:prstGeom prst="rect">
                <a:avLst/>
              </a:prstGeom>
              <a:blipFill>
                <a:blip r:embed="rId2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1F1DBF5-B0B9-255C-7D92-CB6451E08DEE}"/>
                  </a:ext>
                </a:extLst>
              </p:cNvPr>
              <p:cNvSpPr txBox="1"/>
              <p:nvPr/>
            </p:nvSpPr>
            <p:spPr>
              <a:xfrm>
                <a:off x="4303743" y="1979316"/>
                <a:ext cx="20101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1F1DBF5-B0B9-255C-7D92-CB6451E08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743" y="1979316"/>
                <a:ext cx="201017" cy="277576"/>
              </a:xfrm>
              <a:prstGeom prst="rect">
                <a:avLst/>
              </a:prstGeom>
              <a:blipFill>
                <a:blip r:embed="rId3"/>
                <a:stretch>
                  <a:fillRect l="-30303" t="-4444" r="-96970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F1E7194-2AB8-94AE-34CC-F5812D78AD71}"/>
                  </a:ext>
                </a:extLst>
              </p:cNvPr>
              <p:cNvSpPr txBox="1"/>
              <p:nvPr/>
            </p:nvSpPr>
            <p:spPr>
              <a:xfrm>
                <a:off x="4291923" y="2769749"/>
                <a:ext cx="2114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F1E7194-2AB8-94AE-34CC-F5812D78A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923" y="2769749"/>
                <a:ext cx="211405" cy="276999"/>
              </a:xfrm>
              <a:prstGeom prst="rect">
                <a:avLst/>
              </a:prstGeom>
              <a:blipFill>
                <a:blip r:embed="rId4"/>
                <a:stretch>
                  <a:fillRect l="-25714" r="-22857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45457E2-E67B-7E4D-F499-6758CDC8F68D}"/>
                  </a:ext>
                </a:extLst>
              </p:cNvPr>
              <p:cNvSpPr txBox="1"/>
              <p:nvPr/>
            </p:nvSpPr>
            <p:spPr>
              <a:xfrm>
                <a:off x="4297833" y="3398104"/>
                <a:ext cx="2114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45457E2-E67B-7E4D-F499-6758CDC8F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833" y="3398104"/>
                <a:ext cx="211404" cy="276999"/>
              </a:xfrm>
              <a:prstGeom prst="rect">
                <a:avLst/>
              </a:prstGeom>
              <a:blipFill>
                <a:blip r:embed="rId5"/>
                <a:stretch>
                  <a:fillRect l="-25714" t="-4348" r="-42857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A106C99-318E-102E-E244-55A70F4C019F}"/>
                  </a:ext>
                </a:extLst>
              </p:cNvPr>
              <p:cNvSpPr txBox="1"/>
              <p:nvPr/>
            </p:nvSpPr>
            <p:spPr>
              <a:xfrm>
                <a:off x="5027273" y="1731219"/>
                <a:ext cx="249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A106C99-318E-102E-E244-55A70F4C0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273" y="1731219"/>
                <a:ext cx="249427" cy="184666"/>
              </a:xfrm>
              <a:prstGeom prst="rect">
                <a:avLst/>
              </a:prstGeom>
              <a:blipFill>
                <a:blip r:embed="rId6"/>
                <a:stretch>
                  <a:fillRect l="-17073" r="-14634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C9019AA-4BDA-802E-C57F-5AADCFC3C626}"/>
                  </a:ext>
                </a:extLst>
              </p:cNvPr>
              <p:cNvSpPr txBox="1"/>
              <p:nvPr/>
            </p:nvSpPr>
            <p:spPr>
              <a:xfrm>
                <a:off x="5728340" y="1721922"/>
                <a:ext cx="249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C9019AA-4BDA-802E-C57F-5AADCFC3C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340" y="1721922"/>
                <a:ext cx="249427" cy="184666"/>
              </a:xfrm>
              <a:prstGeom prst="rect">
                <a:avLst/>
              </a:prstGeom>
              <a:blipFill>
                <a:blip r:embed="rId7"/>
                <a:stretch>
                  <a:fillRect l="-17073" r="-14634" b="-6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3AC8D8D-3C94-05AF-EB32-432CE150E35F}"/>
              </a:ext>
            </a:extLst>
          </p:cNvPr>
          <p:cNvSpPr/>
          <p:nvPr/>
        </p:nvSpPr>
        <p:spPr>
          <a:xfrm>
            <a:off x="5040699" y="1473445"/>
            <a:ext cx="369595" cy="2274004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EE799-6E92-8E73-5B32-32360949CFDA}"/>
              </a:ext>
            </a:extLst>
          </p:cNvPr>
          <p:cNvSpPr/>
          <p:nvPr/>
        </p:nvSpPr>
        <p:spPr>
          <a:xfrm>
            <a:off x="5712401" y="1473445"/>
            <a:ext cx="369595" cy="2274004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EF201-A9C5-723F-2582-DE06C786193A}"/>
              </a:ext>
            </a:extLst>
          </p:cNvPr>
          <p:cNvSpPr/>
          <p:nvPr/>
        </p:nvSpPr>
        <p:spPr>
          <a:xfrm>
            <a:off x="6221716" y="1473445"/>
            <a:ext cx="369595" cy="2274004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440D8-FBB3-55A1-8C88-00EAD594301D}"/>
              </a:ext>
            </a:extLst>
          </p:cNvPr>
          <p:cNvSpPr/>
          <p:nvPr/>
        </p:nvSpPr>
        <p:spPr>
          <a:xfrm>
            <a:off x="6903215" y="1473445"/>
            <a:ext cx="369595" cy="2274004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6F58BF2F-9403-F719-AE9E-6927B5A6AB19}"/>
                  </a:ext>
                </a:extLst>
              </p:cNvPr>
              <p:cNvSpPr txBox="1"/>
              <p:nvPr/>
            </p:nvSpPr>
            <p:spPr>
              <a:xfrm rot="16200000">
                <a:off x="4927020" y="4030649"/>
                <a:ext cx="6993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6F58BF2F-9403-F719-AE9E-6927B5A6A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27020" y="4030649"/>
                <a:ext cx="699359" cy="276999"/>
              </a:xfrm>
              <a:prstGeom prst="rect">
                <a:avLst/>
              </a:prstGeom>
              <a:blipFill>
                <a:blip r:embed="rId8"/>
                <a:stretch>
                  <a:fillRect t="-7018" r="-8889" b="-78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D8EF88C-CA73-1810-7D3C-68B5410DBD3F}"/>
                  </a:ext>
                </a:extLst>
              </p:cNvPr>
              <p:cNvSpPr txBox="1"/>
              <p:nvPr/>
            </p:nvSpPr>
            <p:spPr>
              <a:xfrm rot="16200000">
                <a:off x="5547517" y="4020714"/>
                <a:ext cx="6993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D8EF88C-CA73-1810-7D3C-68B5410DB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547517" y="4020714"/>
                <a:ext cx="699359" cy="276999"/>
              </a:xfrm>
              <a:prstGeom prst="rect">
                <a:avLst/>
              </a:prstGeom>
              <a:blipFill>
                <a:blip r:embed="rId9"/>
                <a:stretch>
                  <a:fillRect l="-6667" t="-41739" r="-8889" b="-78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793E9D6-01E1-0CF4-4A0F-64229C8ABC4B}"/>
                  </a:ext>
                </a:extLst>
              </p:cNvPr>
              <p:cNvSpPr txBox="1"/>
              <p:nvPr/>
            </p:nvSpPr>
            <p:spPr>
              <a:xfrm rot="16200000">
                <a:off x="6101117" y="4040295"/>
                <a:ext cx="699358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793E9D6-01E1-0CF4-4A0F-64229C8AB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101117" y="4040295"/>
                <a:ext cx="699358" cy="277576"/>
              </a:xfrm>
              <a:prstGeom prst="rect">
                <a:avLst/>
              </a:prstGeom>
              <a:blipFill>
                <a:blip r:embed="rId10"/>
                <a:stretch>
                  <a:fillRect l="-2174" t="-48696" r="-8696" b="-78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5584A56B-BA60-508B-39DA-39F6637D9751}"/>
                  </a:ext>
                </a:extLst>
              </p:cNvPr>
              <p:cNvSpPr txBox="1"/>
              <p:nvPr/>
            </p:nvSpPr>
            <p:spPr>
              <a:xfrm rot="16200000">
                <a:off x="6721614" y="4030649"/>
                <a:ext cx="6993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5584A56B-BA60-508B-39DA-39F6637D9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21614" y="4030649"/>
                <a:ext cx="699359" cy="276999"/>
              </a:xfrm>
              <a:prstGeom prst="rect">
                <a:avLst/>
              </a:prstGeom>
              <a:blipFill>
                <a:blip r:embed="rId11"/>
                <a:stretch>
                  <a:fillRect t="-7895" r="-6522" b="-78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13BDAE8B-A6FB-034F-9A9A-36E5488A33B5}"/>
              </a:ext>
            </a:extLst>
          </p:cNvPr>
          <p:cNvCxnSpPr/>
          <p:nvPr/>
        </p:nvCxnSpPr>
        <p:spPr>
          <a:xfrm flipV="1">
            <a:off x="4542710" y="4564466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59226068-32E4-2460-9EF3-4B91B645983D}"/>
              </a:ext>
            </a:extLst>
          </p:cNvPr>
          <p:cNvCxnSpPr>
            <a:cxnSpLocks/>
          </p:cNvCxnSpPr>
          <p:nvPr/>
        </p:nvCxnSpPr>
        <p:spPr>
          <a:xfrm>
            <a:off x="4542710" y="5543777"/>
            <a:ext cx="3606451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C37629A2-5BE5-CAFF-82B9-7ADF5D86D3D3}"/>
              </a:ext>
            </a:extLst>
          </p:cNvPr>
          <p:cNvCxnSpPr>
            <a:cxnSpLocks/>
          </p:cNvCxnSpPr>
          <p:nvPr/>
        </p:nvCxnSpPr>
        <p:spPr>
          <a:xfrm>
            <a:off x="4545992" y="5534042"/>
            <a:ext cx="384538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9CCCA72D-2C1A-D2FF-69C0-C22A88E7B504}"/>
              </a:ext>
            </a:extLst>
          </p:cNvPr>
          <p:cNvCxnSpPr>
            <a:cxnSpLocks/>
          </p:cNvCxnSpPr>
          <p:nvPr/>
        </p:nvCxnSpPr>
        <p:spPr>
          <a:xfrm flipH="1">
            <a:off x="4945838" y="1947449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7722E8AE-D463-F36C-9B7C-93C5C53A3EFC}"/>
              </a:ext>
            </a:extLst>
          </p:cNvPr>
          <p:cNvCxnSpPr>
            <a:cxnSpLocks/>
          </p:cNvCxnSpPr>
          <p:nvPr/>
        </p:nvCxnSpPr>
        <p:spPr>
          <a:xfrm>
            <a:off x="4929963" y="5376013"/>
            <a:ext cx="384538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747C7BD8-3A9F-6210-A28C-DFD610D1C6C6}"/>
              </a:ext>
            </a:extLst>
          </p:cNvPr>
          <p:cNvCxnSpPr>
            <a:cxnSpLocks/>
          </p:cNvCxnSpPr>
          <p:nvPr/>
        </p:nvCxnSpPr>
        <p:spPr>
          <a:xfrm flipH="1">
            <a:off x="5291817" y="1979316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09441C99-6A6F-4E0D-728E-D673F85E1693}"/>
              </a:ext>
            </a:extLst>
          </p:cNvPr>
          <p:cNvCxnSpPr>
            <a:cxnSpLocks/>
          </p:cNvCxnSpPr>
          <p:nvPr/>
        </p:nvCxnSpPr>
        <p:spPr>
          <a:xfrm>
            <a:off x="5648058" y="1568450"/>
            <a:ext cx="0" cy="3948658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5C84ADCC-7E6B-2742-2F08-CDAD20D409F7}"/>
              </a:ext>
            </a:extLst>
          </p:cNvPr>
          <p:cNvCxnSpPr>
            <a:cxnSpLocks/>
          </p:cNvCxnSpPr>
          <p:nvPr/>
        </p:nvCxnSpPr>
        <p:spPr>
          <a:xfrm>
            <a:off x="6000628" y="2085975"/>
            <a:ext cx="0" cy="3457802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6DEDEA03-4D86-4636-4C6E-646B0AE9068A}"/>
              </a:ext>
            </a:extLst>
          </p:cNvPr>
          <p:cNvCxnSpPr>
            <a:cxnSpLocks/>
          </p:cNvCxnSpPr>
          <p:nvPr/>
        </p:nvCxnSpPr>
        <p:spPr>
          <a:xfrm>
            <a:off x="5314501" y="5217983"/>
            <a:ext cx="33355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41EC4473-B1C0-0D6A-FE79-F63BBEE0A04E}"/>
              </a:ext>
            </a:extLst>
          </p:cNvPr>
          <p:cNvCxnSpPr>
            <a:cxnSpLocks/>
          </p:cNvCxnSpPr>
          <p:nvPr/>
        </p:nvCxnSpPr>
        <p:spPr>
          <a:xfrm>
            <a:off x="5644210" y="5059953"/>
            <a:ext cx="33355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336C53A4-4354-E508-EEAE-22EEE59BCFCA}"/>
              </a:ext>
            </a:extLst>
          </p:cNvPr>
          <p:cNvCxnSpPr>
            <a:cxnSpLocks/>
          </p:cNvCxnSpPr>
          <p:nvPr/>
        </p:nvCxnSpPr>
        <p:spPr>
          <a:xfrm flipH="1">
            <a:off x="6383652" y="1943777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34C2B7B6-0D48-ABBB-BA67-DED56ABCDFB4}"/>
              </a:ext>
            </a:extLst>
          </p:cNvPr>
          <p:cNvCxnSpPr>
            <a:cxnSpLocks/>
          </p:cNvCxnSpPr>
          <p:nvPr/>
        </p:nvCxnSpPr>
        <p:spPr>
          <a:xfrm>
            <a:off x="6009979" y="4901923"/>
            <a:ext cx="356173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EFA5CAD9-28B1-3B4E-2AC9-267FD2DD6201}"/>
              </a:ext>
            </a:extLst>
          </p:cNvPr>
          <p:cNvSpPr txBox="1"/>
          <p:nvPr/>
        </p:nvSpPr>
        <p:spPr>
          <a:xfrm>
            <a:off x="4010254" y="4308617"/>
            <a:ext cx="1006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Incréments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6D215CDD-798C-168A-5BC0-34604127D0BB}"/>
                  </a:ext>
                </a:extLst>
              </p:cNvPr>
              <p:cNvSpPr txBox="1"/>
              <p:nvPr/>
            </p:nvSpPr>
            <p:spPr>
              <a:xfrm>
                <a:off x="8324509" y="2020442"/>
                <a:ext cx="3935180" cy="1109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6D215CDD-798C-168A-5BC0-34604127D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509" y="2020442"/>
                <a:ext cx="3935180" cy="1109150"/>
              </a:xfrm>
              <a:prstGeom prst="rect">
                <a:avLst/>
              </a:prstGeom>
              <a:blipFill>
                <a:blip r:embed="rId12"/>
                <a:stretch>
                  <a:fillRect t="-549" b="-16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42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676AC-9F55-8EE0-46D0-DD1FA922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25A2B44-4AAC-6802-E839-6CC729B7C7D4}"/>
              </a:ext>
            </a:extLst>
          </p:cNvPr>
          <p:cNvGrpSpPr/>
          <p:nvPr/>
        </p:nvGrpSpPr>
        <p:grpSpPr>
          <a:xfrm>
            <a:off x="4291923" y="997996"/>
            <a:ext cx="3878969" cy="2677107"/>
            <a:chOff x="54053" y="1590722"/>
            <a:chExt cx="3878969" cy="2677107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40A069B8-42C1-BFB7-595E-A2182A91B36A}"/>
                </a:ext>
              </a:extLst>
            </p:cNvPr>
            <p:cNvGrpSpPr/>
            <p:nvPr/>
          </p:nvGrpSpPr>
          <p:grpSpPr>
            <a:xfrm>
              <a:off x="304840" y="1590722"/>
              <a:ext cx="3628182" cy="2556735"/>
              <a:chOff x="304840" y="1590722"/>
              <a:chExt cx="3628182" cy="2556735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FE33EA4A-C06F-3000-DDE7-9D2C3318CD9F}"/>
                  </a:ext>
                </a:extLst>
              </p:cNvPr>
              <p:cNvGrpSpPr/>
              <p:nvPr/>
            </p:nvGrpSpPr>
            <p:grpSpPr>
              <a:xfrm>
                <a:off x="304840" y="1590722"/>
                <a:ext cx="3628182" cy="1952249"/>
                <a:chOff x="304840" y="1590722"/>
                <a:chExt cx="3628182" cy="1952249"/>
              </a:xfrm>
            </p:grpSpPr>
            <p:cxnSp>
              <p:nvCxnSpPr>
                <p:cNvPr id="35" name="Connecteur droit avec flèche 34">
                  <a:extLst>
                    <a:ext uri="{FF2B5EF4-FFF2-40B4-BE49-F238E27FC236}">
                      <a16:creationId xmlns:a16="http://schemas.microsoft.com/office/drawing/2014/main" id="{DBB5E4C3-D6F2-47C1-A4B4-B1AD6E30E85B}"/>
                    </a:ext>
                  </a:extLst>
                </p:cNvPr>
                <p:cNvCxnSpPr/>
                <p:nvPr/>
              </p:nvCxnSpPr>
              <p:spPr>
                <a:xfrm flipV="1">
                  <a:off x="326571" y="1730829"/>
                  <a:ext cx="0" cy="979714"/>
                </a:xfrm>
                <a:prstGeom prst="straightConnector1">
                  <a:avLst/>
                </a:prstGeom>
                <a:ln w="28575">
                  <a:solidFill>
                    <a:srgbClr val="00547F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necteur droit avec flèche 35">
                  <a:extLst>
                    <a:ext uri="{FF2B5EF4-FFF2-40B4-BE49-F238E27FC236}">
                      <a16:creationId xmlns:a16="http://schemas.microsoft.com/office/drawing/2014/main" id="{3799C1FA-BCE0-C137-E122-1C274D2B4B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571" y="2710543"/>
                  <a:ext cx="3606451" cy="0"/>
                </a:xfrm>
                <a:prstGeom prst="straightConnector1">
                  <a:avLst/>
                </a:prstGeom>
                <a:ln w="28575">
                  <a:solidFill>
                    <a:srgbClr val="00547F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e 36">
                  <a:extLst>
                    <a:ext uri="{FF2B5EF4-FFF2-40B4-BE49-F238E27FC236}">
                      <a16:creationId xmlns:a16="http://schemas.microsoft.com/office/drawing/2014/main" id="{D7C3B482-C5FB-DE26-7FEB-663CF6FBEE58}"/>
                    </a:ext>
                  </a:extLst>
                </p:cNvPr>
                <p:cNvGrpSpPr/>
                <p:nvPr/>
              </p:nvGrpSpPr>
              <p:grpSpPr>
                <a:xfrm>
                  <a:off x="304840" y="2106057"/>
                  <a:ext cx="2914323" cy="1436914"/>
                  <a:chOff x="304841" y="2861027"/>
                  <a:chExt cx="2914323" cy="1436914"/>
                </a:xfrm>
              </p:grpSpPr>
              <p:cxnSp>
                <p:nvCxnSpPr>
                  <p:cNvPr id="44" name="Connecteur droit avec flèche 43">
                    <a:extLst>
                      <a:ext uri="{FF2B5EF4-FFF2-40B4-BE49-F238E27FC236}">
                        <a16:creationId xmlns:a16="http://schemas.microsoft.com/office/drawing/2014/main" id="{631017ED-B36C-85B4-C768-3C8A897799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571" y="3465513"/>
                    <a:ext cx="731048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Connecteur droit avec flèche 44">
                    <a:extLst>
                      <a:ext uri="{FF2B5EF4-FFF2-40B4-BE49-F238E27FC236}">
                        <a16:creationId xmlns:a16="http://schemas.microsoft.com/office/drawing/2014/main" id="{FF1320D6-9AB1-729D-8920-DEFA15E549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7619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Connecteur droit avec flèche 45">
                    <a:extLst>
                      <a:ext uri="{FF2B5EF4-FFF2-40B4-BE49-F238E27FC236}">
                        <a16:creationId xmlns:a16="http://schemas.microsoft.com/office/drawing/2014/main" id="{B07EE24B-5847-2D68-9DFF-AAA3D6ED14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57619" y="2861028"/>
                    <a:ext cx="705141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Connecteur droit avec flèche 46">
                    <a:extLst>
                      <a:ext uri="{FF2B5EF4-FFF2-40B4-BE49-F238E27FC236}">
                        <a16:creationId xmlns:a16="http://schemas.microsoft.com/office/drawing/2014/main" id="{A80A99DC-A4CE-4F0E-E6C8-D5380344DE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2760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Connecteur droit avec flèche 47">
                    <a:extLst>
                      <a:ext uri="{FF2B5EF4-FFF2-40B4-BE49-F238E27FC236}">
                        <a16:creationId xmlns:a16="http://schemas.microsoft.com/office/drawing/2014/main" id="{00D74B98-42AC-1335-5944-C2CA17FD3C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4841" y="2861027"/>
                    <a:ext cx="2894107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prstDash val="sysDash"/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Connecteur droit avec flèche 48">
                    <a:extLst>
                      <a:ext uri="{FF2B5EF4-FFF2-40B4-BE49-F238E27FC236}">
                        <a16:creationId xmlns:a16="http://schemas.microsoft.com/office/drawing/2014/main" id="{AF0754C7-8F18-24E5-A909-CD4C2D6BD5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57" y="4297941"/>
                    <a:ext cx="2894107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prstDash val="sysDash"/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" name="Groupe 37">
                  <a:extLst>
                    <a:ext uri="{FF2B5EF4-FFF2-40B4-BE49-F238E27FC236}">
                      <a16:creationId xmlns:a16="http://schemas.microsoft.com/office/drawing/2014/main" id="{60A6E84F-C6E7-9354-858F-2C9F8DA992F3}"/>
                    </a:ext>
                  </a:extLst>
                </p:cNvPr>
                <p:cNvGrpSpPr/>
                <p:nvPr/>
              </p:nvGrpSpPr>
              <p:grpSpPr>
                <a:xfrm>
                  <a:off x="1762758" y="2106057"/>
                  <a:ext cx="1436189" cy="604485"/>
                  <a:chOff x="326571" y="2861028"/>
                  <a:chExt cx="1436189" cy="604485"/>
                </a:xfrm>
              </p:grpSpPr>
              <p:cxnSp>
                <p:nvCxnSpPr>
                  <p:cNvPr id="40" name="Connecteur droit avec flèche 39">
                    <a:extLst>
                      <a:ext uri="{FF2B5EF4-FFF2-40B4-BE49-F238E27FC236}">
                        <a16:creationId xmlns:a16="http://schemas.microsoft.com/office/drawing/2014/main" id="{6832A81C-0A54-9B67-F45A-5FA11AE786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571" y="3465513"/>
                    <a:ext cx="731048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Connecteur droit avec flèche 40">
                    <a:extLst>
                      <a:ext uri="{FF2B5EF4-FFF2-40B4-BE49-F238E27FC236}">
                        <a16:creationId xmlns:a16="http://schemas.microsoft.com/office/drawing/2014/main" id="{70F9545B-48D2-2DCA-5D32-3D650C2FA1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7619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Connecteur droit avec flèche 41">
                    <a:extLst>
                      <a:ext uri="{FF2B5EF4-FFF2-40B4-BE49-F238E27FC236}">
                        <a16:creationId xmlns:a16="http://schemas.microsoft.com/office/drawing/2014/main" id="{7AC033B6-1861-B756-C653-FF487667D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57619" y="2861028"/>
                    <a:ext cx="705141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Connecteur droit avec flèche 42">
                    <a:extLst>
                      <a:ext uri="{FF2B5EF4-FFF2-40B4-BE49-F238E27FC236}">
                        <a16:creationId xmlns:a16="http://schemas.microsoft.com/office/drawing/2014/main" id="{3C0CC1A2-54A0-0120-5802-8C6C2DA050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2760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010C8180-512C-D6AB-5F88-782AA4393551}"/>
                    </a:ext>
                  </a:extLst>
                </p:cNvPr>
                <p:cNvSpPr txBox="1"/>
                <p:nvPr/>
              </p:nvSpPr>
              <p:spPr>
                <a:xfrm>
                  <a:off x="325056" y="1590722"/>
                  <a:ext cx="7825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/>
                    <a:t>Voie A</a:t>
                  </a:r>
                </a:p>
              </p:txBody>
            </p:sp>
          </p:grpSp>
          <p:cxnSp>
            <p:nvCxnSpPr>
              <p:cNvPr id="21" name="Connecteur droit avec flèche 20">
                <a:extLst>
                  <a:ext uri="{FF2B5EF4-FFF2-40B4-BE49-F238E27FC236}">
                    <a16:creationId xmlns:a16="http://schemas.microsoft.com/office/drawing/2014/main" id="{E04457B8-A51C-5CC1-8E31-329A96B24531}"/>
                  </a:ext>
                </a:extLst>
              </p:cNvPr>
              <p:cNvCxnSpPr/>
              <p:nvPr/>
            </p:nvCxnSpPr>
            <p:spPr>
              <a:xfrm flipV="1">
                <a:off x="325057" y="3167743"/>
                <a:ext cx="0" cy="979714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66284A60-3944-81C9-3ADA-68640A6376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057" y="4147457"/>
                <a:ext cx="3606451" cy="0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86B27242-C356-ACE5-5930-C5A89D545787}"/>
                  </a:ext>
                </a:extLst>
              </p:cNvPr>
              <p:cNvGrpSpPr/>
              <p:nvPr/>
            </p:nvGrpSpPr>
            <p:grpSpPr>
              <a:xfrm>
                <a:off x="325056" y="3542972"/>
                <a:ext cx="1089679" cy="604485"/>
                <a:chOff x="673081" y="2861028"/>
                <a:chExt cx="1089679" cy="604485"/>
              </a:xfrm>
            </p:grpSpPr>
            <p:cxnSp>
              <p:nvCxnSpPr>
                <p:cNvPr id="31" name="Connecteur droit avec flèche 30">
                  <a:extLst>
                    <a:ext uri="{FF2B5EF4-FFF2-40B4-BE49-F238E27FC236}">
                      <a16:creationId xmlns:a16="http://schemas.microsoft.com/office/drawing/2014/main" id="{EF0DD61D-30BB-1CFD-4D53-CCD35F3FAF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3081" y="3465513"/>
                  <a:ext cx="38453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avec flèche 31">
                  <a:extLst>
                    <a:ext uri="{FF2B5EF4-FFF2-40B4-BE49-F238E27FC236}">
                      <a16:creationId xmlns:a16="http://schemas.microsoft.com/office/drawing/2014/main" id="{9051D9A7-BA20-C157-2574-0AAA8104A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7619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avec flèche 32">
                  <a:extLst>
                    <a:ext uri="{FF2B5EF4-FFF2-40B4-BE49-F238E27FC236}">
                      <a16:creationId xmlns:a16="http://schemas.microsoft.com/office/drawing/2014/main" id="{58C42DBB-7794-0CD8-0891-621291CA0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619" y="2861028"/>
                  <a:ext cx="705141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eur droit avec flèche 33">
                  <a:extLst>
                    <a:ext uri="{FF2B5EF4-FFF2-40B4-BE49-F238E27FC236}">
                      <a16:creationId xmlns:a16="http://schemas.microsoft.com/office/drawing/2014/main" id="{2CF10162-7506-A7F1-F233-72E88902E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2760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C4674DB1-35C5-8263-0348-21CAEA76A4A8}"/>
                  </a:ext>
                </a:extLst>
              </p:cNvPr>
              <p:cNvGrpSpPr/>
              <p:nvPr/>
            </p:nvGrpSpPr>
            <p:grpSpPr>
              <a:xfrm>
                <a:off x="1414734" y="3542971"/>
                <a:ext cx="2149737" cy="604485"/>
                <a:chOff x="326571" y="2861028"/>
                <a:chExt cx="2149737" cy="604485"/>
              </a:xfrm>
            </p:grpSpPr>
            <p:cxnSp>
              <p:nvCxnSpPr>
                <p:cNvPr id="26" name="Connecteur droit avec flèche 25">
                  <a:extLst>
                    <a:ext uri="{FF2B5EF4-FFF2-40B4-BE49-F238E27FC236}">
                      <a16:creationId xmlns:a16="http://schemas.microsoft.com/office/drawing/2014/main" id="{EB151863-A00E-61A3-C08A-36434D948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571" y="3465513"/>
                  <a:ext cx="73104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avec flèche 26">
                  <a:extLst>
                    <a:ext uri="{FF2B5EF4-FFF2-40B4-BE49-F238E27FC236}">
                      <a16:creationId xmlns:a16="http://schemas.microsoft.com/office/drawing/2014/main" id="{EAA32FA5-37F3-08C7-CFDA-6E42754C6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7619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avec flèche 27">
                  <a:extLst>
                    <a:ext uri="{FF2B5EF4-FFF2-40B4-BE49-F238E27FC236}">
                      <a16:creationId xmlns:a16="http://schemas.microsoft.com/office/drawing/2014/main" id="{25980BCD-1F2E-576F-086A-569E1E7BFC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619" y="2861028"/>
                  <a:ext cx="705141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avec flèche 28">
                  <a:extLst>
                    <a:ext uri="{FF2B5EF4-FFF2-40B4-BE49-F238E27FC236}">
                      <a16:creationId xmlns:a16="http://schemas.microsoft.com/office/drawing/2014/main" id="{FEF3AE08-15C8-89B7-B3AA-4C8DFE9960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2760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avec flèche 29">
                  <a:extLst>
                    <a:ext uri="{FF2B5EF4-FFF2-40B4-BE49-F238E27FC236}">
                      <a16:creationId xmlns:a16="http://schemas.microsoft.com/office/drawing/2014/main" id="{A560B8EC-6F1A-870D-1EF6-0021EE3BFE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45260" y="3462876"/>
                  <a:ext cx="73104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4115CDE6-ECE9-4F79-ADF2-F20A0AB17A61}"/>
                  </a:ext>
                </a:extLst>
              </p:cNvPr>
              <p:cNvSpPr txBox="1"/>
              <p:nvPr/>
            </p:nvSpPr>
            <p:spPr>
              <a:xfrm>
                <a:off x="304840" y="3018507"/>
                <a:ext cx="774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Voie B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F9C36296-399C-3278-CC06-A75C673227FE}"/>
                    </a:ext>
                  </a:extLst>
                </p:cNvPr>
                <p:cNvSpPr txBox="1"/>
                <p:nvPr/>
              </p:nvSpPr>
              <p:spPr>
                <a:xfrm>
                  <a:off x="59963" y="1943687"/>
                  <a:ext cx="201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30A8599D-83DD-FBFC-3CF8-089E4B539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" y="1943687"/>
                  <a:ext cx="20101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973EAFDD-6B3C-6882-1A22-40CFE9FAAF4C}"/>
                    </a:ext>
                  </a:extLst>
                </p:cNvPr>
                <p:cNvSpPr txBox="1"/>
                <p:nvPr/>
              </p:nvSpPr>
              <p:spPr>
                <a:xfrm>
                  <a:off x="65873" y="2572042"/>
                  <a:ext cx="201017" cy="277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F3BD67AD-7FB0-6958-2663-33E4DDE55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3" y="2572042"/>
                  <a:ext cx="201017" cy="277576"/>
                </a:xfrm>
                <a:prstGeom prst="rect">
                  <a:avLst/>
                </a:prstGeom>
                <a:blipFill>
                  <a:blip r:embed="rId3"/>
                  <a:stretch>
                    <a:fillRect l="-30303" t="-4444" r="-96970" b="-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9CAD428A-F974-2BDD-F5FC-103DC29078AD}"/>
                    </a:ext>
                  </a:extLst>
                </p:cNvPr>
                <p:cNvSpPr txBox="1"/>
                <p:nvPr/>
              </p:nvSpPr>
              <p:spPr>
                <a:xfrm>
                  <a:off x="54053" y="3362475"/>
                  <a:ext cx="2114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AF2E435D-2C0B-22A2-77F5-051B97C57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3" y="3362475"/>
                  <a:ext cx="211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r="-22857"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7DC7CBF6-6301-16EE-32A9-55ABC0734E62}"/>
                    </a:ext>
                  </a:extLst>
                </p:cNvPr>
                <p:cNvSpPr txBox="1"/>
                <p:nvPr/>
              </p:nvSpPr>
              <p:spPr>
                <a:xfrm>
                  <a:off x="59963" y="3990830"/>
                  <a:ext cx="2114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054C7608-C935-A772-83AA-93666EB89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" y="3990830"/>
                  <a:ext cx="21140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714" t="-4348" r="-42857"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ZoneTexte 9">
                  <a:extLst>
                    <a:ext uri="{FF2B5EF4-FFF2-40B4-BE49-F238E27FC236}">
                      <a16:creationId xmlns:a16="http://schemas.microsoft.com/office/drawing/2014/main" id="{C8BC286C-E49A-5EEA-039C-A77FD8FC2C91}"/>
                    </a:ext>
                  </a:extLst>
                </p:cNvPr>
                <p:cNvSpPr txBox="1"/>
                <p:nvPr/>
              </p:nvSpPr>
              <p:spPr>
                <a:xfrm>
                  <a:off x="789403" y="2323945"/>
                  <a:ext cx="2494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452E63C0-1C27-9970-F42A-9881B0FF6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03" y="2323945"/>
                  <a:ext cx="249427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7073" r="-14634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11D6F88A-4E08-8A11-2DDF-361146B5F120}"/>
                    </a:ext>
                  </a:extLst>
                </p:cNvPr>
                <p:cNvSpPr txBox="1"/>
                <p:nvPr/>
              </p:nvSpPr>
              <p:spPr>
                <a:xfrm>
                  <a:off x="1490470" y="2314648"/>
                  <a:ext cx="2494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BF7CDCF7-66FB-C8A2-47FA-A4E494B33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0470" y="2314648"/>
                  <a:ext cx="249427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7073" r="-14634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343613F3-673E-1250-A0D6-2113787D4C00}"/>
              </a:ext>
            </a:extLst>
          </p:cNvPr>
          <p:cNvSpPr txBox="1"/>
          <p:nvPr/>
        </p:nvSpPr>
        <p:spPr>
          <a:xfrm>
            <a:off x="4271347" y="5901565"/>
            <a:ext cx="62279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hlinkClick r:id="rId8"/>
              </a:rPr>
              <a:t>https://www.geogebra.org/material/iframe/id/hjj3hzjn/width/600/height/810/border/888888/sfsb/true/smb/false/stb/false/stbh/false/ai/false/asb/false/sri/true/rc/false/ld/false/sdz/false/ctl/false</a:t>
            </a:r>
            <a:endParaRPr lang="fr-FR" sz="1050" dirty="0"/>
          </a:p>
        </p:txBody>
      </p:sp>
      <p:pic>
        <p:nvPicPr>
          <p:cNvPr id="52" name="Picture 2" descr="rotary encoder">
            <a:extLst>
              <a:ext uri="{FF2B5EF4-FFF2-40B4-BE49-F238E27FC236}">
                <a16:creationId xmlns:a16="http://schemas.microsoft.com/office/drawing/2014/main" id="{CA7902C2-4D19-3A6D-C85F-D3D204055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710" y="2256892"/>
            <a:ext cx="1891322" cy="180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A43060B9-F260-2DFC-54E3-37A9724DB9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9303" y="3899749"/>
            <a:ext cx="1704805" cy="16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90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8243F79B-E988-AA86-46B0-ADD26DD296FE}"/>
              </a:ext>
            </a:extLst>
          </p:cNvPr>
          <p:cNvSpPr/>
          <p:nvPr/>
        </p:nvSpPr>
        <p:spPr>
          <a:xfrm>
            <a:off x="7116056" y="2357497"/>
            <a:ext cx="2494800" cy="2494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riangle isocèle 9">
            <a:extLst>
              <a:ext uri="{FF2B5EF4-FFF2-40B4-BE49-F238E27FC236}">
                <a16:creationId xmlns:a16="http://schemas.microsoft.com/office/drawing/2014/main" id="{CF65C0BA-CF27-23ED-B35F-98E4D269206D}"/>
              </a:ext>
            </a:extLst>
          </p:cNvPr>
          <p:cNvSpPr/>
          <p:nvPr/>
        </p:nvSpPr>
        <p:spPr>
          <a:xfrm>
            <a:off x="7283456" y="2324078"/>
            <a:ext cx="2160000" cy="1872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>
            <a:extLst>
              <a:ext uri="{FF2B5EF4-FFF2-40B4-BE49-F238E27FC236}">
                <a16:creationId xmlns:a16="http://schemas.microsoft.com/office/drawing/2014/main" id="{E2665FFB-BC3B-FE41-6DC2-8577D8C3C4EE}"/>
              </a:ext>
            </a:extLst>
          </p:cNvPr>
          <p:cNvSpPr/>
          <p:nvPr/>
        </p:nvSpPr>
        <p:spPr>
          <a:xfrm rot="10800000">
            <a:off x="7283456" y="2980297"/>
            <a:ext cx="2160000" cy="1872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B3FA6F-59DC-5ACF-1F11-76187A45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76D6FC14-F249-BD1A-626D-ED20C3424FF9}"/>
              </a:ext>
            </a:extLst>
          </p:cNvPr>
          <p:cNvSpPr/>
          <p:nvPr/>
        </p:nvSpPr>
        <p:spPr>
          <a:xfrm>
            <a:off x="1052624" y="1988288"/>
            <a:ext cx="2160000" cy="2160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27A4458-B387-1F94-C755-4D648B530DA5}"/>
              </a:ext>
            </a:extLst>
          </p:cNvPr>
          <p:cNvSpPr/>
          <p:nvPr/>
        </p:nvSpPr>
        <p:spPr>
          <a:xfrm>
            <a:off x="1506453" y="2442117"/>
            <a:ext cx="1252342" cy="125234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plein 5">
            <a:extLst>
              <a:ext uri="{FF2B5EF4-FFF2-40B4-BE49-F238E27FC236}">
                <a16:creationId xmlns:a16="http://schemas.microsoft.com/office/drawing/2014/main" id="{40EEAE47-89C6-0942-378F-8CF41253F88E}"/>
              </a:ext>
            </a:extLst>
          </p:cNvPr>
          <p:cNvSpPr/>
          <p:nvPr/>
        </p:nvSpPr>
        <p:spPr>
          <a:xfrm>
            <a:off x="1142624" y="207828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E8A4955-D82F-6DCC-BB8E-8EA5440EC510}"/>
              </a:ext>
            </a:extLst>
          </p:cNvPr>
          <p:cNvCxnSpPr>
            <a:cxnSpLocks/>
          </p:cNvCxnSpPr>
          <p:nvPr/>
        </p:nvCxnSpPr>
        <p:spPr>
          <a:xfrm>
            <a:off x="8363456" y="2324078"/>
            <a:ext cx="0" cy="252821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4D6446D-AF6A-7987-CAFD-4001F7824FED}"/>
              </a:ext>
            </a:extLst>
          </p:cNvPr>
          <p:cNvCxnSpPr>
            <a:cxnSpLocks/>
            <a:stCxn id="7" idx="2"/>
            <a:endCxn id="7" idx="6"/>
          </p:cNvCxnSpPr>
          <p:nvPr/>
        </p:nvCxnSpPr>
        <p:spPr>
          <a:xfrm>
            <a:off x="7116056" y="3604897"/>
            <a:ext cx="2494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C18A0135-CF04-1994-AABF-EC290C50C2A7}"/>
              </a:ext>
            </a:extLst>
          </p:cNvPr>
          <p:cNvCxnSpPr>
            <a:cxnSpLocks/>
            <a:stCxn id="10" idx="4"/>
            <a:endCxn id="13" idx="4"/>
          </p:cNvCxnSpPr>
          <p:nvPr/>
        </p:nvCxnSpPr>
        <p:spPr>
          <a:xfrm flipH="1" flipV="1">
            <a:off x="7283456" y="2980297"/>
            <a:ext cx="2160000" cy="121578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3CE03805-011F-537F-6C2B-F8F41AE8154C}"/>
              </a:ext>
            </a:extLst>
          </p:cNvPr>
          <p:cNvCxnSpPr>
            <a:cxnSpLocks/>
            <a:stCxn id="10" idx="2"/>
            <a:endCxn id="13" idx="2"/>
          </p:cNvCxnSpPr>
          <p:nvPr/>
        </p:nvCxnSpPr>
        <p:spPr>
          <a:xfrm flipV="1">
            <a:off x="7283456" y="2980297"/>
            <a:ext cx="2160000" cy="121578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plein 28">
            <a:extLst>
              <a:ext uri="{FF2B5EF4-FFF2-40B4-BE49-F238E27FC236}">
                <a16:creationId xmlns:a16="http://schemas.microsoft.com/office/drawing/2014/main" id="{F80087CB-14B1-7F5D-18BE-E44772FEEC82}"/>
              </a:ext>
            </a:extLst>
          </p:cNvPr>
          <p:cNvSpPr/>
          <p:nvPr/>
        </p:nvSpPr>
        <p:spPr>
          <a:xfrm rot="-7200000">
            <a:off x="1142624" y="207828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c plein 29">
            <a:extLst>
              <a:ext uri="{FF2B5EF4-FFF2-40B4-BE49-F238E27FC236}">
                <a16:creationId xmlns:a16="http://schemas.microsoft.com/office/drawing/2014/main" id="{7884B41D-0F63-B64A-7883-5DE39C7221E0}"/>
              </a:ext>
            </a:extLst>
          </p:cNvPr>
          <p:cNvSpPr/>
          <p:nvPr/>
        </p:nvSpPr>
        <p:spPr>
          <a:xfrm rot="-3600000">
            <a:off x="1142624" y="207828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c plein 30">
            <a:extLst>
              <a:ext uri="{FF2B5EF4-FFF2-40B4-BE49-F238E27FC236}">
                <a16:creationId xmlns:a16="http://schemas.microsoft.com/office/drawing/2014/main" id="{31D3F69A-0F67-8B69-DF35-DE0FF97BF9F0}"/>
              </a:ext>
            </a:extLst>
          </p:cNvPr>
          <p:cNvSpPr/>
          <p:nvPr/>
        </p:nvSpPr>
        <p:spPr>
          <a:xfrm rot="10800000">
            <a:off x="1142624" y="207828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Arc plein 31">
            <a:extLst>
              <a:ext uri="{FF2B5EF4-FFF2-40B4-BE49-F238E27FC236}">
                <a16:creationId xmlns:a16="http://schemas.microsoft.com/office/drawing/2014/main" id="{EA682BEF-2D4A-AB5A-BF8E-D138402EF828}"/>
              </a:ext>
            </a:extLst>
          </p:cNvPr>
          <p:cNvSpPr/>
          <p:nvPr/>
        </p:nvSpPr>
        <p:spPr>
          <a:xfrm rot="7200000">
            <a:off x="1142624" y="207828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c plein 32">
            <a:extLst>
              <a:ext uri="{FF2B5EF4-FFF2-40B4-BE49-F238E27FC236}">
                <a16:creationId xmlns:a16="http://schemas.microsoft.com/office/drawing/2014/main" id="{ABF1A9BD-20A0-F8DB-9902-7939F367AAAF}"/>
              </a:ext>
            </a:extLst>
          </p:cNvPr>
          <p:cNvSpPr/>
          <p:nvPr/>
        </p:nvSpPr>
        <p:spPr>
          <a:xfrm rot="3600000">
            <a:off x="1142624" y="2078287"/>
            <a:ext cx="1980000" cy="1980000"/>
          </a:xfrm>
          <a:prstGeom prst="blockArc">
            <a:avLst>
              <a:gd name="adj1" fmla="val 10765225"/>
              <a:gd name="adj2" fmla="val 12566726"/>
              <a:gd name="adj3" fmla="val 10483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89A5D03-15C7-8ADF-FED4-649BAF32458E}"/>
              </a:ext>
            </a:extLst>
          </p:cNvPr>
          <p:cNvSpPr/>
          <p:nvPr/>
        </p:nvSpPr>
        <p:spPr>
          <a:xfrm flipH="1">
            <a:off x="2152549" y="2108328"/>
            <a:ext cx="151874" cy="15187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02B6C701-24BE-32BB-4838-85BF68C08C30}"/>
              </a:ext>
            </a:extLst>
          </p:cNvPr>
          <p:cNvSpPr/>
          <p:nvPr/>
        </p:nvSpPr>
        <p:spPr>
          <a:xfrm flipH="1">
            <a:off x="1690209" y="2178644"/>
            <a:ext cx="151874" cy="1518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19582B2-45D8-FDF7-6F58-675E6CF5F65A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1762286" y="1620743"/>
            <a:ext cx="3860" cy="557901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A88027D-B86B-1DCA-CA74-B65CAF3245DF}"/>
              </a:ext>
            </a:extLst>
          </p:cNvPr>
          <p:cNvCxnSpPr>
            <a:cxnSpLocks/>
          </p:cNvCxnSpPr>
          <p:nvPr/>
        </p:nvCxnSpPr>
        <p:spPr>
          <a:xfrm flipV="1">
            <a:off x="2232346" y="1835963"/>
            <a:ext cx="0" cy="271404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C1B0AF01-22D4-4E2B-ED17-56416946182A}"/>
              </a:ext>
            </a:extLst>
          </p:cNvPr>
          <p:cNvGrpSpPr/>
          <p:nvPr/>
        </p:nvGrpSpPr>
        <p:grpSpPr>
          <a:xfrm>
            <a:off x="4291923" y="997996"/>
            <a:ext cx="3878969" cy="2677107"/>
            <a:chOff x="54053" y="1590722"/>
            <a:chExt cx="3878969" cy="2677107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66534975-B7E4-BA02-5102-AB9512F5FE69}"/>
                </a:ext>
              </a:extLst>
            </p:cNvPr>
            <p:cNvGrpSpPr/>
            <p:nvPr/>
          </p:nvGrpSpPr>
          <p:grpSpPr>
            <a:xfrm>
              <a:off x="304840" y="1590722"/>
              <a:ext cx="3628182" cy="2556735"/>
              <a:chOff x="304840" y="1590722"/>
              <a:chExt cx="3628182" cy="2556735"/>
            </a:xfrm>
          </p:grpSpPr>
          <p:grpSp>
            <p:nvGrpSpPr>
              <p:cNvPr id="53" name="Groupe 52">
                <a:extLst>
                  <a:ext uri="{FF2B5EF4-FFF2-40B4-BE49-F238E27FC236}">
                    <a16:creationId xmlns:a16="http://schemas.microsoft.com/office/drawing/2014/main" id="{99416999-A29D-DA17-150B-D0AE77686410}"/>
                  </a:ext>
                </a:extLst>
              </p:cNvPr>
              <p:cNvGrpSpPr/>
              <p:nvPr/>
            </p:nvGrpSpPr>
            <p:grpSpPr>
              <a:xfrm>
                <a:off x="304840" y="1590722"/>
                <a:ext cx="3628182" cy="1952249"/>
                <a:chOff x="304840" y="1590722"/>
                <a:chExt cx="3628182" cy="1952249"/>
              </a:xfrm>
            </p:grpSpPr>
            <p:cxnSp>
              <p:nvCxnSpPr>
                <p:cNvPr id="68" name="Connecteur droit avec flèche 67">
                  <a:extLst>
                    <a:ext uri="{FF2B5EF4-FFF2-40B4-BE49-F238E27FC236}">
                      <a16:creationId xmlns:a16="http://schemas.microsoft.com/office/drawing/2014/main" id="{A589A6E1-2D84-96E0-E9F5-57B78F0C5508}"/>
                    </a:ext>
                  </a:extLst>
                </p:cNvPr>
                <p:cNvCxnSpPr/>
                <p:nvPr/>
              </p:nvCxnSpPr>
              <p:spPr>
                <a:xfrm flipV="1">
                  <a:off x="326571" y="1730829"/>
                  <a:ext cx="0" cy="979714"/>
                </a:xfrm>
                <a:prstGeom prst="straightConnector1">
                  <a:avLst/>
                </a:prstGeom>
                <a:ln w="28575">
                  <a:solidFill>
                    <a:srgbClr val="00547F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Connecteur droit avec flèche 68">
                  <a:extLst>
                    <a:ext uri="{FF2B5EF4-FFF2-40B4-BE49-F238E27FC236}">
                      <a16:creationId xmlns:a16="http://schemas.microsoft.com/office/drawing/2014/main" id="{EC1085AF-720F-DFBB-6B14-97373D0AB0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571" y="2710543"/>
                  <a:ext cx="3606451" cy="0"/>
                </a:xfrm>
                <a:prstGeom prst="straightConnector1">
                  <a:avLst/>
                </a:prstGeom>
                <a:ln w="28575">
                  <a:solidFill>
                    <a:srgbClr val="00547F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0" name="Groupe 69">
                  <a:extLst>
                    <a:ext uri="{FF2B5EF4-FFF2-40B4-BE49-F238E27FC236}">
                      <a16:creationId xmlns:a16="http://schemas.microsoft.com/office/drawing/2014/main" id="{CAFABBFE-0EB8-6A2C-D98C-30D37B82A9F9}"/>
                    </a:ext>
                  </a:extLst>
                </p:cNvPr>
                <p:cNvGrpSpPr/>
                <p:nvPr/>
              </p:nvGrpSpPr>
              <p:grpSpPr>
                <a:xfrm>
                  <a:off x="304840" y="2106057"/>
                  <a:ext cx="2914323" cy="1436914"/>
                  <a:chOff x="304841" y="2861027"/>
                  <a:chExt cx="2914323" cy="1436914"/>
                </a:xfrm>
              </p:grpSpPr>
              <p:cxnSp>
                <p:nvCxnSpPr>
                  <p:cNvPr id="77" name="Connecteur droit avec flèche 76">
                    <a:extLst>
                      <a:ext uri="{FF2B5EF4-FFF2-40B4-BE49-F238E27FC236}">
                        <a16:creationId xmlns:a16="http://schemas.microsoft.com/office/drawing/2014/main" id="{C06FD60A-3B61-0F56-6D35-391CF4D10D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571" y="3465513"/>
                    <a:ext cx="731048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Connecteur droit avec flèche 77">
                    <a:extLst>
                      <a:ext uri="{FF2B5EF4-FFF2-40B4-BE49-F238E27FC236}">
                        <a16:creationId xmlns:a16="http://schemas.microsoft.com/office/drawing/2014/main" id="{FDC0E017-8EE5-476C-E578-547CE843FD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7619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Connecteur droit avec flèche 78">
                    <a:extLst>
                      <a:ext uri="{FF2B5EF4-FFF2-40B4-BE49-F238E27FC236}">
                        <a16:creationId xmlns:a16="http://schemas.microsoft.com/office/drawing/2014/main" id="{F560EB90-D88D-A0BA-80AC-39004D340F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57619" y="2861028"/>
                    <a:ext cx="705141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Connecteur droit avec flèche 79">
                    <a:extLst>
                      <a:ext uri="{FF2B5EF4-FFF2-40B4-BE49-F238E27FC236}">
                        <a16:creationId xmlns:a16="http://schemas.microsoft.com/office/drawing/2014/main" id="{179F811F-551E-598D-77CF-CB52D75665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2760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Connecteur droit avec flèche 80">
                    <a:extLst>
                      <a:ext uri="{FF2B5EF4-FFF2-40B4-BE49-F238E27FC236}">
                        <a16:creationId xmlns:a16="http://schemas.microsoft.com/office/drawing/2014/main" id="{5B9B6070-8387-0201-9686-70D57CB489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4841" y="2861027"/>
                    <a:ext cx="2894107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prstDash val="sysDash"/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Connecteur droit avec flèche 81">
                    <a:extLst>
                      <a:ext uri="{FF2B5EF4-FFF2-40B4-BE49-F238E27FC236}">
                        <a16:creationId xmlns:a16="http://schemas.microsoft.com/office/drawing/2014/main" id="{77B42D64-771A-468B-9524-9093FD7547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57" y="4297941"/>
                    <a:ext cx="2894107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prstDash val="sysDash"/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1" name="Groupe 70">
                  <a:extLst>
                    <a:ext uri="{FF2B5EF4-FFF2-40B4-BE49-F238E27FC236}">
                      <a16:creationId xmlns:a16="http://schemas.microsoft.com/office/drawing/2014/main" id="{9D694CDF-F764-12A2-C358-F142C02F3AB2}"/>
                    </a:ext>
                  </a:extLst>
                </p:cNvPr>
                <p:cNvGrpSpPr/>
                <p:nvPr/>
              </p:nvGrpSpPr>
              <p:grpSpPr>
                <a:xfrm>
                  <a:off x="1762758" y="2106057"/>
                  <a:ext cx="1436189" cy="604485"/>
                  <a:chOff x="326571" y="2861028"/>
                  <a:chExt cx="1436189" cy="604485"/>
                </a:xfrm>
              </p:grpSpPr>
              <p:cxnSp>
                <p:nvCxnSpPr>
                  <p:cNvPr id="73" name="Connecteur droit avec flèche 72">
                    <a:extLst>
                      <a:ext uri="{FF2B5EF4-FFF2-40B4-BE49-F238E27FC236}">
                        <a16:creationId xmlns:a16="http://schemas.microsoft.com/office/drawing/2014/main" id="{8E608793-AE83-D359-208B-7AC48A1637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571" y="3465513"/>
                    <a:ext cx="731048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Connecteur droit avec flèche 73">
                    <a:extLst>
                      <a:ext uri="{FF2B5EF4-FFF2-40B4-BE49-F238E27FC236}">
                        <a16:creationId xmlns:a16="http://schemas.microsoft.com/office/drawing/2014/main" id="{D6D9972B-8A6B-CB7C-9096-72FFE7B949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7619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Connecteur droit avec flèche 74">
                    <a:extLst>
                      <a:ext uri="{FF2B5EF4-FFF2-40B4-BE49-F238E27FC236}">
                        <a16:creationId xmlns:a16="http://schemas.microsoft.com/office/drawing/2014/main" id="{D80288A7-17A0-6C0D-DE21-5167A58A5D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57619" y="2861028"/>
                    <a:ext cx="705141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Connecteur droit avec flèche 75">
                    <a:extLst>
                      <a:ext uri="{FF2B5EF4-FFF2-40B4-BE49-F238E27FC236}">
                        <a16:creationId xmlns:a16="http://schemas.microsoft.com/office/drawing/2014/main" id="{E3E2D568-6F8E-5010-E92C-E3F9A9E6A4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2760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4402AB4B-716A-2FBA-36E7-C45D6C90F0FE}"/>
                    </a:ext>
                  </a:extLst>
                </p:cNvPr>
                <p:cNvSpPr txBox="1"/>
                <p:nvPr/>
              </p:nvSpPr>
              <p:spPr>
                <a:xfrm>
                  <a:off x="325056" y="1590722"/>
                  <a:ext cx="7825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/>
                    <a:t>Voie A</a:t>
                  </a:r>
                </a:p>
              </p:txBody>
            </p:sp>
          </p:grpSp>
          <p:cxnSp>
            <p:nvCxnSpPr>
              <p:cNvPr id="54" name="Connecteur droit avec flèche 53">
                <a:extLst>
                  <a:ext uri="{FF2B5EF4-FFF2-40B4-BE49-F238E27FC236}">
                    <a16:creationId xmlns:a16="http://schemas.microsoft.com/office/drawing/2014/main" id="{EA23B9D0-2693-ACFB-73F8-FF5E06EFE996}"/>
                  </a:ext>
                </a:extLst>
              </p:cNvPr>
              <p:cNvCxnSpPr/>
              <p:nvPr/>
            </p:nvCxnSpPr>
            <p:spPr>
              <a:xfrm flipV="1">
                <a:off x="325057" y="3167743"/>
                <a:ext cx="0" cy="979714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avec flèche 54">
                <a:extLst>
                  <a:ext uri="{FF2B5EF4-FFF2-40B4-BE49-F238E27FC236}">
                    <a16:creationId xmlns:a16="http://schemas.microsoft.com/office/drawing/2014/main" id="{09BFCEAD-2FB5-965E-2F6A-ADDF6C132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057" y="4147457"/>
                <a:ext cx="3606451" cy="0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e 55">
                <a:extLst>
                  <a:ext uri="{FF2B5EF4-FFF2-40B4-BE49-F238E27FC236}">
                    <a16:creationId xmlns:a16="http://schemas.microsoft.com/office/drawing/2014/main" id="{6B3A725E-3E4D-76F0-672D-10B49A3517E8}"/>
                  </a:ext>
                </a:extLst>
              </p:cNvPr>
              <p:cNvGrpSpPr/>
              <p:nvPr/>
            </p:nvGrpSpPr>
            <p:grpSpPr>
              <a:xfrm>
                <a:off x="325056" y="3542972"/>
                <a:ext cx="1089679" cy="604485"/>
                <a:chOff x="673081" y="2861028"/>
                <a:chExt cx="1089679" cy="604485"/>
              </a:xfrm>
            </p:grpSpPr>
            <p:cxnSp>
              <p:nvCxnSpPr>
                <p:cNvPr id="64" name="Connecteur droit avec flèche 63">
                  <a:extLst>
                    <a:ext uri="{FF2B5EF4-FFF2-40B4-BE49-F238E27FC236}">
                      <a16:creationId xmlns:a16="http://schemas.microsoft.com/office/drawing/2014/main" id="{73EEAB0A-5A8F-38CA-4E91-BAC446830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3081" y="3465513"/>
                  <a:ext cx="38453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Connecteur droit avec flèche 64">
                  <a:extLst>
                    <a:ext uri="{FF2B5EF4-FFF2-40B4-BE49-F238E27FC236}">
                      <a16:creationId xmlns:a16="http://schemas.microsoft.com/office/drawing/2014/main" id="{28015C1B-A48F-F27B-4DF7-CBA2D32EAF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7619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eur droit avec flèche 65">
                  <a:extLst>
                    <a:ext uri="{FF2B5EF4-FFF2-40B4-BE49-F238E27FC236}">
                      <a16:creationId xmlns:a16="http://schemas.microsoft.com/office/drawing/2014/main" id="{3465BAD1-B813-8E3B-A87C-1469D24945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619" y="2861028"/>
                  <a:ext cx="705141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Connecteur droit avec flèche 66">
                  <a:extLst>
                    <a:ext uri="{FF2B5EF4-FFF2-40B4-BE49-F238E27FC236}">
                      <a16:creationId xmlns:a16="http://schemas.microsoft.com/office/drawing/2014/main" id="{ABA2DBC3-310C-93C3-9A25-2A25DA9434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2760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id="{63C220D2-AB6C-EDE8-8BBB-69D8429E7242}"/>
                  </a:ext>
                </a:extLst>
              </p:cNvPr>
              <p:cNvGrpSpPr/>
              <p:nvPr/>
            </p:nvGrpSpPr>
            <p:grpSpPr>
              <a:xfrm>
                <a:off x="1414734" y="3542971"/>
                <a:ext cx="2149737" cy="604485"/>
                <a:chOff x="326571" y="2861028"/>
                <a:chExt cx="2149737" cy="604485"/>
              </a:xfrm>
            </p:grpSpPr>
            <p:cxnSp>
              <p:nvCxnSpPr>
                <p:cNvPr id="59" name="Connecteur droit avec flèche 58">
                  <a:extLst>
                    <a:ext uri="{FF2B5EF4-FFF2-40B4-BE49-F238E27FC236}">
                      <a16:creationId xmlns:a16="http://schemas.microsoft.com/office/drawing/2014/main" id="{9EA0C05A-0F93-F39B-727E-54848A4C2E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571" y="3465513"/>
                  <a:ext cx="73104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necteur droit avec flèche 59">
                  <a:extLst>
                    <a:ext uri="{FF2B5EF4-FFF2-40B4-BE49-F238E27FC236}">
                      <a16:creationId xmlns:a16="http://schemas.microsoft.com/office/drawing/2014/main" id="{CF0F789B-0567-C69F-587E-0D2E888086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7619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necteur droit avec flèche 60">
                  <a:extLst>
                    <a:ext uri="{FF2B5EF4-FFF2-40B4-BE49-F238E27FC236}">
                      <a16:creationId xmlns:a16="http://schemas.microsoft.com/office/drawing/2014/main" id="{CC448922-6D67-E701-1489-B88861C7C6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619" y="2861028"/>
                  <a:ext cx="705141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Connecteur droit avec flèche 61">
                  <a:extLst>
                    <a:ext uri="{FF2B5EF4-FFF2-40B4-BE49-F238E27FC236}">
                      <a16:creationId xmlns:a16="http://schemas.microsoft.com/office/drawing/2014/main" id="{C3DF6427-2D64-42F5-C381-9E98D337F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2760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Connecteur droit avec flèche 62">
                  <a:extLst>
                    <a:ext uri="{FF2B5EF4-FFF2-40B4-BE49-F238E27FC236}">
                      <a16:creationId xmlns:a16="http://schemas.microsoft.com/office/drawing/2014/main" id="{B7BF9C6D-89B4-DFC4-3688-2CD308331B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45260" y="3462876"/>
                  <a:ext cx="73104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9D318B44-4DE6-0B05-4ED8-EF8735775E54}"/>
                  </a:ext>
                </a:extLst>
              </p:cNvPr>
              <p:cNvSpPr txBox="1"/>
              <p:nvPr/>
            </p:nvSpPr>
            <p:spPr>
              <a:xfrm>
                <a:off x="304840" y="3018507"/>
                <a:ext cx="774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Voie B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CB21B5FA-EC1E-604C-248A-AC26C17E3117}"/>
                    </a:ext>
                  </a:extLst>
                </p:cNvPr>
                <p:cNvSpPr txBox="1"/>
                <p:nvPr/>
              </p:nvSpPr>
              <p:spPr>
                <a:xfrm>
                  <a:off x="59963" y="1943687"/>
                  <a:ext cx="201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30A8599D-83DD-FBFC-3CF8-089E4B539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" y="1943687"/>
                  <a:ext cx="20101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7E694A6C-09C0-1779-860C-69B2C0CF41C9}"/>
                    </a:ext>
                  </a:extLst>
                </p:cNvPr>
                <p:cNvSpPr txBox="1"/>
                <p:nvPr/>
              </p:nvSpPr>
              <p:spPr>
                <a:xfrm>
                  <a:off x="65873" y="2572042"/>
                  <a:ext cx="201017" cy="277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F3BD67AD-7FB0-6958-2663-33E4DDE55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3" y="2572042"/>
                  <a:ext cx="201017" cy="277576"/>
                </a:xfrm>
                <a:prstGeom prst="rect">
                  <a:avLst/>
                </a:prstGeom>
                <a:blipFill>
                  <a:blip r:embed="rId3"/>
                  <a:stretch>
                    <a:fillRect l="-30303" t="-4444" r="-96970" b="-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E7A7361B-A2FC-61AF-61B4-4A0933343BFA}"/>
                    </a:ext>
                  </a:extLst>
                </p:cNvPr>
                <p:cNvSpPr txBox="1"/>
                <p:nvPr/>
              </p:nvSpPr>
              <p:spPr>
                <a:xfrm>
                  <a:off x="54053" y="3362475"/>
                  <a:ext cx="2114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AF2E435D-2C0B-22A2-77F5-051B97C57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3" y="3362475"/>
                  <a:ext cx="211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r="-22857"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C8569D76-D768-5FA5-42FA-A287B6C5F583}"/>
                    </a:ext>
                  </a:extLst>
                </p:cNvPr>
                <p:cNvSpPr txBox="1"/>
                <p:nvPr/>
              </p:nvSpPr>
              <p:spPr>
                <a:xfrm>
                  <a:off x="59963" y="3990830"/>
                  <a:ext cx="2114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054C7608-C935-A772-83AA-93666EB89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" y="3990830"/>
                  <a:ext cx="21140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714" t="-4348" r="-42857"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E50D35CC-658D-8178-140D-09A9959AAB7D}"/>
                    </a:ext>
                  </a:extLst>
                </p:cNvPr>
                <p:cNvSpPr txBox="1"/>
                <p:nvPr/>
              </p:nvSpPr>
              <p:spPr>
                <a:xfrm>
                  <a:off x="789403" y="2323945"/>
                  <a:ext cx="2494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452E63C0-1C27-9970-F42A-9881B0FF6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03" y="2323945"/>
                  <a:ext cx="249427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7073" r="-14634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66BA0916-174D-1522-9630-C8C0BD670547}"/>
                    </a:ext>
                  </a:extLst>
                </p:cNvPr>
                <p:cNvSpPr txBox="1"/>
                <p:nvPr/>
              </p:nvSpPr>
              <p:spPr>
                <a:xfrm>
                  <a:off x="1490470" y="2314648"/>
                  <a:ext cx="2494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BF7CDCF7-66FB-C8A2-47FA-A4E494B33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0470" y="2314648"/>
                  <a:ext cx="249427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7073" r="-14634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33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5D78-BB04-EB54-BAFC-313D94C5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1614C3EF-3618-47D5-F2D8-4585051F760F}"/>
              </a:ext>
            </a:extLst>
          </p:cNvPr>
          <p:cNvGrpSpPr/>
          <p:nvPr/>
        </p:nvGrpSpPr>
        <p:grpSpPr>
          <a:xfrm>
            <a:off x="4291923" y="997996"/>
            <a:ext cx="3878969" cy="3530766"/>
            <a:chOff x="54053" y="1590722"/>
            <a:chExt cx="3878969" cy="3530766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323EE892-C52C-6A5F-BF15-D0067394BFD9}"/>
                </a:ext>
              </a:extLst>
            </p:cNvPr>
            <p:cNvGrpSpPr/>
            <p:nvPr/>
          </p:nvGrpSpPr>
          <p:grpSpPr>
            <a:xfrm>
              <a:off x="304840" y="1590722"/>
              <a:ext cx="3628182" cy="2556735"/>
              <a:chOff x="304840" y="1590722"/>
              <a:chExt cx="3628182" cy="2556735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84CE745D-446D-02CC-5A0B-1BB108E6529F}"/>
                  </a:ext>
                </a:extLst>
              </p:cNvPr>
              <p:cNvGrpSpPr/>
              <p:nvPr/>
            </p:nvGrpSpPr>
            <p:grpSpPr>
              <a:xfrm>
                <a:off x="304840" y="1590722"/>
                <a:ext cx="3628182" cy="1952249"/>
                <a:chOff x="304840" y="1590722"/>
                <a:chExt cx="3628182" cy="1952249"/>
              </a:xfrm>
            </p:grpSpPr>
            <p:cxnSp>
              <p:nvCxnSpPr>
                <p:cNvPr id="35" name="Connecteur droit avec flèche 34">
                  <a:extLst>
                    <a:ext uri="{FF2B5EF4-FFF2-40B4-BE49-F238E27FC236}">
                      <a16:creationId xmlns:a16="http://schemas.microsoft.com/office/drawing/2014/main" id="{F095E014-133A-0763-8113-64AE7CC8282F}"/>
                    </a:ext>
                  </a:extLst>
                </p:cNvPr>
                <p:cNvCxnSpPr/>
                <p:nvPr/>
              </p:nvCxnSpPr>
              <p:spPr>
                <a:xfrm flipV="1">
                  <a:off x="326571" y="1730829"/>
                  <a:ext cx="0" cy="979714"/>
                </a:xfrm>
                <a:prstGeom prst="straightConnector1">
                  <a:avLst/>
                </a:prstGeom>
                <a:ln w="28575">
                  <a:solidFill>
                    <a:srgbClr val="00547F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necteur droit avec flèche 35">
                  <a:extLst>
                    <a:ext uri="{FF2B5EF4-FFF2-40B4-BE49-F238E27FC236}">
                      <a16:creationId xmlns:a16="http://schemas.microsoft.com/office/drawing/2014/main" id="{3D0AA61D-7984-05D3-EA2A-A7CED0DCE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571" y="2710543"/>
                  <a:ext cx="3606451" cy="0"/>
                </a:xfrm>
                <a:prstGeom prst="straightConnector1">
                  <a:avLst/>
                </a:prstGeom>
                <a:ln w="28575">
                  <a:solidFill>
                    <a:srgbClr val="00547F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e 36">
                  <a:extLst>
                    <a:ext uri="{FF2B5EF4-FFF2-40B4-BE49-F238E27FC236}">
                      <a16:creationId xmlns:a16="http://schemas.microsoft.com/office/drawing/2014/main" id="{7664A080-5F77-71D2-ED90-ABCFF4A9E108}"/>
                    </a:ext>
                  </a:extLst>
                </p:cNvPr>
                <p:cNvGrpSpPr/>
                <p:nvPr/>
              </p:nvGrpSpPr>
              <p:grpSpPr>
                <a:xfrm>
                  <a:off x="304840" y="2106057"/>
                  <a:ext cx="2914323" cy="1436914"/>
                  <a:chOff x="304841" y="2861027"/>
                  <a:chExt cx="2914323" cy="1436914"/>
                </a:xfrm>
              </p:grpSpPr>
              <p:cxnSp>
                <p:nvCxnSpPr>
                  <p:cNvPr id="44" name="Connecteur droit avec flèche 43">
                    <a:extLst>
                      <a:ext uri="{FF2B5EF4-FFF2-40B4-BE49-F238E27FC236}">
                        <a16:creationId xmlns:a16="http://schemas.microsoft.com/office/drawing/2014/main" id="{68BB9851-9B55-8FA0-E60C-0D354BBE48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571" y="3465513"/>
                    <a:ext cx="731048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Connecteur droit avec flèche 44">
                    <a:extLst>
                      <a:ext uri="{FF2B5EF4-FFF2-40B4-BE49-F238E27FC236}">
                        <a16:creationId xmlns:a16="http://schemas.microsoft.com/office/drawing/2014/main" id="{2B1DD875-D285-652B-FF91-34026187F8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7619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Connecteur droit avec flèche 45">
                    <a:extLst>
                      <a:ext uri="{FF2B5EF4-FFF2-40B4-BE49-F238E27FC236}">
                        <a16:creationId xmlns:a16="http://schemas.microsoft.com/office/drawing/2014/main" id="{EE9432CC-A6B8-6F73-3E72-FAA7907359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57619" y="2861028"/>
                    <a:ext cx="705141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Connecteur droit avec flèche 46">
                    <a:extLst>
                      <a:ext uri="{FF2B5EF4-FFF2-40B4-BE49-F238E27FC236}">
                        <a16:creationId xmlns:a16="http://schemas.microsoft.com/office/drawing/2014/main" id="{DEF82748-BA82-68FC-FF6B-338BC19FFF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2760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Connecteur droit avec flèche 47">
                    <a:extLst>
                      <a:ext uri="{FF2B5EF4-FFF2-40B4-BE49-F238E27FC236}">
                        <a16:creationId xmlns:a16="http://schemas.microsoft.com/office/drawing/2014/main" id="{2321CCD4-B6AB-92B2-8E7D-DCB6E12519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4841" y="2861027"/>
                    <a:ext cx="2894107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prstDash val="sysDash"/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Connecteur droit avec flèche 48">
                    <a:extLst>
                      <a:ext uri="{FF2B5EF4-FFF2-40B4-BE49-F238E27FC236}">
                        <a16:creationId xmlns:a16="http://schemas.microsoft.com/office/drawing/2014/main" id="{889F8D39-D04B-3275-6ED1-88FD414439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57" y="4297941"/>
                    <a:ext cx="2894107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prstDash val="sysDash"/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" name="Groupe 37">
                  <a:extLst>
                    <a:ext uri="{FF2B5EF4-FFF2-40B4-BE49-F238E27FC236}">
                      <a16:creationId xmlns:a16="http://schemas.microsoft.com/office/drawing/2014/main" id="{D9DADD70-63EA-6026-67FA-E60EAB5D298C}"/>
                    </a:ext>
                  </a:extLst>
                </p:cNvPr>
                <p:cNvGrpSpPr/>
                <p:nvPr/>
              </p:nvGrpSpPr>
              <p:grpSpPr>
                <a:xfrm>
                  <a:off x="1762758" y="2106057"/>
                  <a:ext cx="1436189" cy="604485"/>
                  <a:chOff x="326571" y="2861028"/>
                  <a:chExt cx="1436189" cy="604485"/>
                </a:xfrm>
              </p:grpSpPr>
              <p:cxnSp>
                <p:nvCxnSpPr>
                  <p:cNvPr id="40" name="Connecteur droit avec flèche 39">
                    <a:extLst>
                      <a:ext uri="{FF2B5EF4-FFF2-40B4-BE49-F238E27FC236}">
                        <a16:creationId xmlns:a16="http://schemas.microsoft.com/office/drawing/2014/main" id="{26320B5F-37CB-46C4-0D2F-8B55FA112F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571" y="3465513"/>
                    <a:ext cx="731048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Connecteur droit avec flèche 40">
                    <a:extLst>
                      <a:ext uri="{FF2B5EF4-FFF2-40B4-BE49-F238E27FC236}">
                        <a16:creationId xmlns:a16="http://schemas.microsoft.com/office/drawing/2014/main" id="{2F564E6D-5D52-6049-3791-9233166CA5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7619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Connecteur droit avec flèche 41">
                    <a:extLst>
                      <a:ext uri="{FF2B5EF4-FFF2-40B4-BE49-F238E27FC236}">
                        <a16:creationId xmlns:a16="http://schemas.microsoft.com/office/drawing/2014/main" id="{3D9DC73F-B474-F1B6-735E-5EB98C91B1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57619" y="2861028"/>
                    <a:ext cx="705141" cy="0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non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Connecteur droit avec flèche 42">
                    <a:extLst>
                      <a:ext uri="{FF2B5EF4-FFF2-40B4-BE49-F238E27FC236}">
                        <a16:creationId xmlns:a16="http://schemas.microsoft.com/office/drawing/2014/main" id="{476ED4E5-57D9-98D1-7F31-DA27699AE5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2760" y="2861028"/>
                    <a:ext cx="0" cy="604485"/>
                  </a:xfrm>
                  <a:prstGeom prst="straightConnector1">
                    <a:avLst/>
                  </a:prstGeom>
                  <a:ln w="28575">
                    <a:solidFill>
                      <a:srgbClr val="C00000"/>
                    </a:solidFill>
                    <a:headEnd type="none"/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FC5A5104-FDB4-E0D8-11DB-5C1736C0DBB4}"/>
                    </a:ext>
                  </a:extLst>
                </p:cNvPr>
                <p:cNvSpPr txBox="1"/>
                <p:nvPr/>
              </p:nvSpPr>
              <p:spPr>
                <a:xfrm>
                  <a:off x="325056" y="1590722"/>
                  <a:ext cx="7825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/>
                    <a:t>Voie A</a:t>
                  </a:r>
                </a:p>
              </p:txBody>
            </p:sp>
          </p:grpSp>
          <p:cxnSp>
            <p:nvCxnSpPr>
              <p:cNvPr id="21" name="Connecteur droit avec flèche 20">
                <a:extLst>
                  <a:ext uri="{FF2B5EF4-FFF2-40B4-BE49-F238E27FC236}">
                    <a16:creationId xmlns:a16="http://schemas.microsoft.com/office/drawing/2014/main" id="{9E73E018-DA84-1107-BE39-DFD4B3593BBF}"/>
                  </a:ext>
                </a:extLst>
              </p:cNvPr>
              <p:cNvCxnSpPr/>
              <p:nvPr/>
            </p:nvCxnSpPr>
            <p:spPr>
              <a:xfrm flipV="1">
                <a:off x="325057" y="3167743"/>
                <a:ext cx="0" cy="979714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284D0C96-0371-D3B1-3D47-2E93F47A3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057" y="4147457"/>
                <a:ext cx="3606451" cy="0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14B75A3B-CAFC-949F-8338-355DB2620294}"/>
                  </a:ext>
                </a:extLst>
              </p:cNvPr>
              <p:cNvGrpSpPr/>
              <p:nvPr/>
            </p:nvGrpSpPr>
            <p:grpSpPr>
              <a:xfrm>
                <a:off x="325056" y="3542972"/>
                <a:ext cx="1089679" cy="604485"/>
                <a:chOff x="673081" y="2861028"/>
                <a:chExt cx="1089679" cy="604485"/>
              </a:xfrm>
            </p:grpSpPr>
            <p:cxnSp>
              <p:nvCxnSpPr>
                <p:cNvPr id="31" name="Connecteur droit avec flèche 30">
                  <a:extLst>
                    <a:ext uri="{FF2B5EF4-FFF2-40B4-BE49-F238E27FC236}">
                      <a16:creationId xmlns:a16="http://schemas.microsoft.com/office/drawing/2014/main" id="{9F4CD71A-9013-B5D6-C7EF-BF9F2690F2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3081" y="3465513"/>
                  <a:ext cx="38453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avec flèche 31">
                  <a:extLst>
                    <a:ext uri="{FF2B5EF4-FFF2-40B4-BE49-F238E27FC236}">
                      <a16:creationId xmlns:a16="http://schemas.microsoft.com/office/drawing/2014/main" id="{EA330B05-B3C7-EBF9-810D-28233F340F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7619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avec flèche 32">
                  <a:extLst>
                    <a:ext uri="{FF2B5EF4-FFF2-40B4-BE49-F238E27FC236}">
                      <a16:creationId xmlns:a16="http://schemas.microsoft.com/office/drawing/2014/main" id="{28A97916-3B27-2254-737C-9BBC3AEB49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619" y="2861028"/>
                  <a:ext cx="705141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eur droit avec flèche 33">
                  <a:extLst>
                    <a:ext uri="{FF2B5EF4-FFF2-40B4-BE49-F238E27FC236}">
                      <a16:creationId xmlns:a16="http://schemas.microsoft.com/office/drawing/2014/main" id="{271967F4-77D3-083D-C0B5-E53500BF79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2760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71E92E91-A182-7AAF-91BE-841474145D08}"/>
                  </a:ext>
                </a:extLst>
              </p:cNvPr>
              <p:cNvGrpSpPr/>
              <p:nvPr/>
            </p:nvGrpSpPr>
            <p:grpSpPr>
              <a:xfrm>
                <a:off x="1414734" y="3542971"/>
                <a:ext cx="2149737" cy="604485"/>
                <a:chOff x="326571" y="2861028"/>
                <a:chExt cx="2149737" cy="604485"/>
              </a:xfrm>
            </p:grpSpPr>
            <p:cxnSp>
              <p:nvCxnSpPr>
                <p:cNvPr id="26" name="Connecteur droit avec flèche 25">
                  <a:extLst>
                    <a:ext uri="{FF2B5EF4-FFF2-40B4-BE49-F238E27FC236}">
                      <a16:creationId xmlns:a16="http://schemas.microsoft.com/office/drawing/2014/main" id="{A6893F18-6D05-5875-3701-99E344BAD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571" y="3465513"/>
                  <a:ext cx="73104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avec flèche 26">
                  <a:extLst>
                    <a:ext uri="{FF2B5EF4-FFF2-40B4-BE49-F238E27FC236}">
                      <a16:creationId xmlns:a16="http://schemas.microsoft.com/office/drawing/2014/main" id="{7D1A3B09-DFA6-CC86-01A5-20E074AEAD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7619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avec flèche 27">
                  <a:extLst>
                    <a:ext uri="{FF2B5EF4-FFF2-40B4-BE49-F238E27FC236}">
                      <a16:creationId xmlns:a16="http://schemas.microsoft.com/office/drawing/2014/main" id="{0B866ABB-0EF2-EAA7-67CD-9DA7CFF510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619" y="2861028"/>
                  <a:ext cx="705141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avec flèche 28">
                  <a:extLst>
                    <a:ext uri="{FF2B5EF4-FFF2-40B4-BE49-F238E27FC236}">
                      <a16:creationId xmlns:a16="http://schemas.microsoft.com/office/drawing/2014/main" id="{0CE99D55-4A14-FF13-6EB4-25F9F483B5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2760" y="2861028"/>
                  <a:ext cx="0" cy="604485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avec flèche 29">
                  <a:extLst>
                    <a:ext uri="{FF2B5EF4-FFF2-40B4-BE49-F238E27FC236}">
                      <a16:creationId xmlns:a16="http://schemas.microsoft.com/office/drawing/2014/main" id="{E1CF3BAB-69C6-796A-D843-7260572333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45260" y="3462876"/>
                  <a:ext cx="731048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D80BF779-45CC-5258-8892-293A1CDC91CA}"/>
                  </a:ext>
                </a:extLst>
              </p:cNvPr>
              <p:cNvSpPr txBox="1"/>
              <p:nvPr/>
            </p:nvSpPr>
            <p:spPr>
              <a:xfrm>
                <a:off x="304840" y="3018507"/>
                <a:ext cx="774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Voie B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FA42F3F6-5D1A-550C-FB18-C9DD3877D5DD}"/>
                    </a:ext>
                  </a:extLst>
                </p:cNvPr>
                <p:cNvSpPr txBox="1"/>
                <p:nvPr/>
              </p:nvSpPr>
              <p:spPr>
                <a:xfrm>
                  <a:off x="59963" y="1943687"/>
                  <a:ext cx="201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30A8599D-83DD-FBFC-3CF8-089E4B539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" y="1943687"/>
                  <a:ext cx="20101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8BABC7B7-A5B5-3256-9BB3-35F124805352}"/>
                    </a:ext>
                  </a:extLst>
                </p:cNvPr>
                <p:cNvSpPr txBox="1"/>
                <p:nvPr/>
              </p:nvSpPr>
              <p:spPr>
                <a:xfrm>
                  <a:off x="65873" y="2572042"/>
                  <a:ext cx="201017" cy="277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F3BD67AD-7FB0-6958-2663-33E4DDE55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3" y="2572042"/>
                  <a:ext cx="201017" cy="277576"/>
                </a:xfrm>
                <a:prstGeom prst="rect">
                  <a:avLst/>
                </a:prstGeom>
                <a:blipFill>
                  <a:blip r:embed="rId3"/>
                  <a:stretch>
                    <a:fillRect l="-30303" t="-4444" r="-96970" b="-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4D74AA92-968B-286D-6829-28C9FBE83ABA}"/>
                    </a:ext>
                  </a:extLst>
                </p:cNvPr>
                <p:cNvSpPr txBox="1"/>
                <p:nvPr/>
              </p:nvSpPr>
              <p:spPr>
                <a:xfrm>
                  <a:off x="54053" y="3362475"/>
                  <a:ext cx="2114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AF2E435D-2C0B-22A2-77F5-051B97C57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3" y="3362475"/>
                  <a:ext cx="211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r="-22857"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2F1C2171-3A26-E40A-A48C-00F0B5E5F646}"/>
                    </a:ext>
                  </a:extLst>
                </p:cNvPr>
                <p:cNvSpPr txBox="1"/>
                <p:nvPr/>
              </p:nvSpPr>
              <p:spPr>
                <a:xfrm>
                  <a:off x="59963" y="3990830"/>
                  <a:ext cx="2114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054C7608-C935-A772-83AA-93666EB89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" y="3990830"/>
                  <a:ext cx="21140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714" t="-4348" r="-42857"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ZoneTexte 9">
                  <a:extLst>
                    <a:ext uri="{FF2B5EF4-FFF2-40B4-BE49-F238E27FC236}">
                      <a16:creationId xmlns:a16="http://schemas.microsoft.com/office/drawing/2014/main" id="{6541ADF7-4394-163F-376C-17CA6863B902}"/>
                    </a:ext>
                  </a:extLst>
                </p:cNvPr>
                <p:cNvSpPr txBox="1"/>
                <p:nvPr/>
              </p:nvSpPr>
              <p:spPr>
                <a:xfrm>
                  <a:off x="789403" y="2323945"/>
                  <a:ext cx="2494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452E63C0-1C27-9970-F42A-9881B0FF6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03" y="2323945"/>
                  <a:ext cx="249427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7073" r="-14634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D549E19F-FDA6-3939-62BC-598470EAD215}"/>
                    </a:ext>
                  </a:extLst>
                </p:cNvPr>
                <p:cNvSpPr txBox="1"/>
                <p:nvPr/>
              </p:nvSpPr>
              <p:spPr>
                <a:xfrm>
                  <a:off x="1490470" y="2314648"/>
                  <a:ext cx="2494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BF7CDCF7-66FB-C8A2-47FA-A4E494B33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0470" y="2314648"/>
                  <a:ext cx="249427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7073" r="-14634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3C1361-0312-C8B2-D1C9-D1A7E43994AB}"/>
                </a:ext>
              </a:extLst>
            </p:cNvPr>
            <p:cNvSpPr/>
            <p:nvPr/>
          </p:nvSpPr>
          <p:spPr>
            <a:xfrm>
              <a:off x="802829" y="2066171"/>
              <a:ext cx="369595" cy="2274004"/>
            </a:xfrm>
            <a:prstGeom prst="rect">
              <a:avLst/>
            </a:prstGeom>
            <a:solidFill>
              <a:srgbClr val="FFB9B9">
                <a:alpha val="2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975088-1ED6-A245-91B1-177FF37DB494}"/>
                </a:ext>
              </a:extLst>
            </p:cNvPr>
            <p:cNvSpPr/>
            <p:nvPr/>
          </p:nvSpPr>
          <p:spPr>
            <a:xfrm>
              <a:off x="1474531" y="2066171"/>
              <a:ext cx="369595" cy="2274004"/>
            </a:xfrm>
            <a:prstGeom prst="rect">
              <a:avLst/>
            </a:prstGeom>
            <a:solidFill>
              <a:srgbClr val="FFB9B9">
                <a:alpha val="2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F15050-A69A-D972-AEE6-E1CBC54053A7}"/>
                </a:ext>
              </a:extLst>
            </p:cNvPr>
            <p:cNvSpPr/>
            <p:nvPr/>
          </p:nvSpPr>
          <p:spPr>
            <a:xfrm>
              <a:off x="1983846" y="2066171"/>
              <a:ext cx="369595" cy="2274004"/>
            </a:xfrm>
            <a:prstGeom prst="rect">
              <a:avLst/>
            </a:prstGeom>
            <a:solidFill>
              <a:srgbClr val="FFB9B9">
                <a:alpha val="2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0D5309-04EC-7758-F46A-F4DBF3AD14BE}"/>
                </a:ext>
              </a:extLst>
            </p:cNvPr>
            <p:cNvSpPr/>
            <p:nvPr/>
          </p:nvSpPr>
          <p:spPr>
            <a:xfrm>
              <a:off x="2665345" y="2066171"/>
              <a:ext cx="369595" cy="2274004"/>
            </a:xfrm>
            <a:prstGeom prst="rect">
              <a:avLst/>
            </a:prstGeom>
            <a:solidFill>
              <a:srgbClr val="FFB9B9">
                <a:alpha val="2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4EDE31C4-D483-6401-3040-88385CC98082}"/>
                    </a:ext>
                  </a:extLst>
                </p:cNvPr>
                <p:cNvSpPr txBox="1"/>
                <p:nvPr/>
              </p:nvSpPr>
              <p:spPr>
                <a:xfrm rot="16200000">
                  <a:off x="689150" y="4623375"/>
                  <a:ext cx="6993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1E4A132-AF0A-43D2-CED8-834DE7E50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89150" y="4623375"/>
                  <a:ext cx="699359" cy="276999"/>
                </a:xfrm>
                <a:prstGeom prst="rect">
                  <a:avLst/>
                </a:prstGeom>
                <a:blipFill>
                  <a:blip r:embed="rId8"/>
                  <a:stretch>
                    <a:fillRect t="-7018" r="-8889" b="-789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6E6DF667-9906-4DBF-5600-7E19931A4C91}"/>
                    </a:ext>
                  </a:extLst>
                </p:cNvPr>
                <p:cNvSpPr txBox="1"/>
                <p:nvPr/>
              </p:nvSpPr>
              <p:spPr>
                <a:xfrm rot="16200000">
                  <a:off x="1309647" y="4613440"/>
                  <a:ext cx="6993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EA341BE5-5B17-47D0-444F-2242454205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309647" y="4613440"/>
                  <a:ext cx="69935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6667" t="-41739" r="-8889" b="-78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92DBFAB1-8457-177C-9F88-A3C791BF349A}"/>
                    </a:ext>
                  </a:extLst>
                </p:cNvPr>
                <p:cNvSpPr txBox="1"/>
                <p:nvPr/>
              </p:nvSpPr>
              <p:spPr>
                <a:xfrm rot="16200000">
                  <a:off x="1863247" y="4633021"/>
                  <a:ext cx="699358" cy="277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B3274C-42D8-F9E0-FD17-3EF9F107D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863247" y="4633021"/>
                  <a:ext cx="699358" cy="277576"/>
                </a:xfrm>
                <a:prstGeom prst="rect">
                  <a:avLst/>
                </a:prstGeom>
                <a:blipFill>
                  <a:blip r:embed="rId10"/>
                  <a:stretch>
                    <a:fillRect l="-2174" t="-48696" r="-8696" b="-78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4C4097FE-D2C3-63DD-D437-433FC9E69ACF}"/>
                    </a:ext>
                  </a:extLst>
                </p:cNvPr>
                <p:cNvSpPr txBox="1"/>
                <p:nvPr/>
              </p:nvSpPr>
              <p:spPr>
                <a:xfrm rot="16200000">
                  <a:off x="2483744" y="4623375"/>
                  <a:ext cx="6993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5E524E95-DB34-97BA-A9F7-ED2AC207A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483744" y="4623375"/>
                  <a:ext cx="699359" cy="276999"/>
                </a:xfrm>
                <a:prstGeom prst="rect">
                  <a:avLst/>
                </a:prstGeom>
                <a:blipFill>
                  <a:blip r:embed="rId11"/>
                  <a:stretch>
                    <a:fillRect t="-7895" r="-6522" b="-789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A323E6DC-D2A2-7B92-6BFD-1CD8659AD0F8}"/>
              </a:ext>
            </a:extLst>
          </p:cNvPr>
          <p:cNvSpPr txBox="1"/>
          <p:nvPr/>
        </p:nvSpPr>
        <p:spPr>
          <a:xfrm>
            <a:off x="4271347" y="5901565"/>
            <a:ext cx="62279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hlinkClick r:id="rId12"/>
              </a:rPr>
              <a:t>https://www.geogebra.org/material/iframe/id/hjj3hzjn/width/600/height/810/border/888888/sfsb/true/smb/false/stb/false/stbh/false/ai/false/asb/false/sri/true/rc/false/ld/false/sdz/false/ctl/false</a:t>
            </a:r>
            <a:endParaRPr lang="fr-FR" sz="1050" dirty="0"/>
          </a:p>
        </p:txBody>
      </p:sp>
      <p:pic>
        <p:nvPicPr>
          <p:cNvPr id="52" name="Picture 2" descr="rotary encoder">
            <a:extLst>
              <a:ext uri="{FF2B5EF4-FFF2-40B4-BE49-F238E27FC236}">
                <a16:creationId xmlns:a16="http://schemas.microsoft.com/office/drawing/2014/main" id="{D9317141-E750-86F9-EAFF-3D1124A1A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025" y="2487499"/>
            <a:ext cx="1891322" cy="180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C1C7AA24-BD05-E16E-CB6E-A9D50340F08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1534" y="2730079"/>
            <a:ext cx="1704805" cy="1644028"/>
          </a:xfrm>
          <a:prstGeom prst="rect">
            <a:avLst/>
          </a:prstGeom>
        </p:spPr>
      </p:pic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F95710D-2C98-D21C-E0BF-FD605954621E}"/>
              </a:ext>
            </a:extLst>
          </p:cNvPr>
          <p:cNvCxnSpPr/>
          <p:nvPr/>
        </p:nvCxnSpPr>
        <p:spPr>
          <a:xfrm flipV="1">
            <a:off x="4542710" y="4564466"/>
            <a:ext cx="0" cy="979714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1AA7F377-6AD7-E7AE-5BFB-D1C77F71CCB2}"/>
              </a:ext>
            </a:extLst>
          </p:cNvPr>
          <p:cNvCxnSpPr>
            <a:cxnSpLocks/>
          </p:cNvCxnSpPr>
          <p:nvPr/>
        </p:nvCxnSpPr>
        <p:spPr>
          <a:xfrm>
            <a:off x="4542710" y="5543777"/>
            <a:ext cx="3606451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0F4B20E-1591-F5D1-EEB8-FD76D9D62BBF}"/>
              </a:ext>
            </a:extLst>
          </p:cNvPr>
          <p:cNvCxnSpPr>
            <a:cxnSpLocks/>
          </p:cNvCxnSpPr>
          <p:nvPr/>
        </p:nvCxnSpPr>
        <p:spPr>
          <a:xfrm>
            <a:off x="4545992" y="5534042"/>
            <a:ext cx="384538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949E815F-5D08-1E06-90AE-1EBAFA10CD16}"/>
              </a:ext>
            </a:extLst>
          </p:cNvPr>
          <p:cNvCxnSpPr>
            <a:cxnSpLocks/>
          </p:cNvCxnSpPr>
          <p:nvPr/>
        </p:nvCxnSpPr>
        <p:spPr>
          <a:xfrm flipH="1">
            <a:off x="4929963" y="1947449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A15AA3DA-C648-62F5-041F-90F14026E625}"/>
              </a:ext>
            </a:extLst>
          </p:cNvPr>
          <p:cNvCxnSpPr>
            <a:cxnSpLocks/>
          </p:cNvCxnSpPr>
          <p:nvPr/>
        </p:nvCxnSpPr>
        <p:spPr>
          <a:xfrm>
            <a:off x="4929963" y="5376013"/>
            <a:ext cx="384538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C42683C7-9AF1-3FCD-A0C7-F68BA222DF89}"/>
              </a:ext>
            </a:extLst>
          </p:cNvPr>
          <p:cNvCxnSpPr>
            <a:cxnSpLocks/>
          </p:cNvCxnSpPr>
          <p:nvPr/>
        </p:nvCxnSpPr>
        <p:spPr>
          <a:xfrm flipH="1">
            <a:off x="5317217" y="1979316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9289329B-B566-362D-65D9-87945D3DB24F}"/>
              </a:ext>
            </a:extLst>
          </p:cNvPr>
          <p:cNvCxnSpPr>
            <a:cxnSpLocks/>
          </p:cNvCxnSpPr>
          <p:nvPr/>
        </p:nvCxnSpPr>
        <p:spPr>
          <a:xfrm flipH="1">
            <a:off x="5648058" y="1917108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D8D9F6FB-6F7F-D7EB-F262-8F01B8BE127C}"/>
              </a:ext>
            </a:extLst>
          </p:cNvPr>
          <p:cNvCxnSpPr>
            <a:cxnSpLocks/>
          </p:cNvCxnSpPr>
          <p:nvPr/>
        </p:nvCxnSpPr>
        <p:spPr>
          <a:xfrm flipH="1">
            <a:off x="6000628" y="1943777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60696978-671B-8A83-B5BB-C801F38E5370}"/>
              </a:ext>
            </a:extLst>
          </p:cNvPr>
          <p:cNvCxnSpPr>
            <a:cxnSpLocks/>
          </p:cNvCxnSpPr>
          <p:nvPr/>
        </p:nvCxnSpPr>
        <p:spPr>
          <a:xfrm>
            <a:off x="5314501" y="5217983"/>
            <a:ext cx="33355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A693E96A-E1D5-181C-040A-5BB3E055920B}"/>
              </a:ext>
            </a:extLst>
          </p:cNvPr>
          <p:cNvCxnSpPr>
            <a:cxnSpLocks/>
          </p:cNvCxnSpPr>
          <p:nvPr/>
        </p:nvCxnSpPr>
        <p:spPr>
          <a:xfrm>
            <a:off x="5644210" y="5059953"/>
            <a:ext cx="33355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1CB73BA1-7AA3-D532-BEED-CCB6049C625E}"/>
              </a:ext>
            </a:extLst>
          </p:cNvPr>
          <p:cNvCxnSpPr>
            <a:cxnSpLocks/>
          </p:cNvCxnSpPr>
          <p:nvPr/>
        </p:nvCxnSpPr>
        <p:spPr>
          <a:xfrm flipH="1">
            <a:off x="6383652" y="1943777"/>
            <a:ext cx="0" cy="360000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89EA258-7B04-6F09-0776-75D414D0BBF6}"/>
              </a:ext>
            </a:extLst>
          </p:cNvPr>
          <p:cNvCxnSpPr>
            <a:cxnSpLocks/>
          </p:cNvCxnSpPr>
          <p:nvPr/>
        </p:nvCxnSpPr>
        <p:spPr>
          <a:xfrm>
            <a:off x="6009979" y="4901923"/>
            <a:ext cx="356173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3EDBF8EC-1892-63DD-71BE-DB243E16DECF}"/>
              </a:ext>
            </a:extLst>
          </p:cNvPr>
          <p:cNvSpPr txBox="1"/>
          <p:nvPr/>
        </p:nvSpPr>
        <p:spPr>
          <a:xfrm>
            <a:off x="4106507" y="4308617"/>
            <a:ext cx="1006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Incréments</a:t>
            </a:r>
          </a:p>
        </p:txBody>
      </p:sp>
    </p:spTree>
    <p:extLst>
      <p:ext uri="{BB962C8B-B14F-4D97-AF65-F5344CB8AC3E}">
        <p14:creationId xmlns:p14="http://schemas.microsoft.com/office/powerpoint/2010/main" val="402906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B8B0B7-4A9C-554C-41F0-74B725557FC3}"/>
              </a:ext>
            </a:extLst>
          </p:cNvPr>
          <p:cNvSpPr/>
          <p:nvPr/>
        </p:nvSpPr>
        <p:spPr>
          <a:xfrm>
            <a:off x="2030931" y="3224463"/>
            <a:ext cx="720000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08EBF26-2F36-2088-1653-13295905ADE3}"/>
              </a:ext>
            </a:extLst>
          </p:cNvPr>
          <p:cNvSpPr/>
          <p:nvPr/>
        </p:nvSpPr>
        <p:spPr>
          <a:xfrm>
            <a:off x="7116056" y="2357497"/>
            <a:ext cx="2494800" cy="2494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9E94B2F-1DAF-7571-17A2-843283BACE13}"/>
              </a:ext>
            </a:extLst>
          </p:cNvPr>
          <p:cNvCxnSpPr/>
          <p:nvPr/>
        </p:nvCxnSpPr>
        <p:spPr>
          <a:xfrm flipV="1">
            <a:off x="2030931" y="3224463"/>
            <a:ext cx="720000" cy="72000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FAC9423-45F7-D9F9-9C06-C7F012F010B8}"/>
                  </a:ext>
                </a:extLst>
              </p:cNvPr>
              <p:cNvSpPr txBox="1"/>
              <p:nvPr/>
            </p:nvSpPr>
            <p:spPr>
              <a:xfrm>
                <a:off x="2031582" y="322503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FAC9423-45F7-D9F9-9C06-C7F012F01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582" y="3225032"/>
                <a:ext cx="41069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C9AE9B06-C3C9-F711-6B2A-E837873FACB2}"/>
                  </a:ext>
                </a:extLst>
              </p:cNvPr>
              <p:cNvSpPr txBox="1"/>
              <p:nvPr/>
            </p:nvSpPr>
            <p:spPr>
              <a:xfrm>
                <a:off x="2340241" y="355586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C9AE9B06-C3C9-F711-6B2A-E837873FA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241" y="3555864"/>
                <a:ext cx="4106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0F186A8-3538-3D6B-47B5-A3C38980B014}"/>
              </a:ext>
            </a:extLst>
          </p:cNvPr>
          <p:cNvCxnSpPr>
            <a:cxnSpLocks/>
          </p:cNvCxnSpPr>
          <p:nvPr/>
        </p:nvCxnSpPr>
        <p:spPr>
          <a:xfrm flipH="1">
            <a:off x="1850488" y="3579372"/>
            <a:ext cx="18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590DBD6-71BB-E04A-2FF8-7938383E18E5}"/>
              </a:ext>
            </a:extLst>
          </p:cNvPr>
          <p:cNvCxnSpPr>
            <a:cxnSpLocks/>
          </p:cNvCxnSpPr>
          <p:nvPr/>
        </p:nvCxnSpPr>
        <p:spPr>
          <a:xfrm flipH="1">
            <a:off x="2750931" y="3579372"/>
            <a:ext cx="18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4646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60272-B171-327E-0904-0F594F99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C078CB10-25AC-77C0-BC75-6D924F855B9B}"/>
              </a:ext>
            </a:extLst>
          </p:cNvPr>
          <p:cNvSpPr/>
          <p:nvPr/>
        </p:nvSpPr>
        <p:spPr>
          <a:xfrm>
            <a:off x="7536075" y="1271885"/>
            <a:ext cx="1440000" cy="144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648C5-36CC-E6EF-B643-6569280A98D6}"/>
              </a:ext>
            </a:extLst>
          </p:cNvPr>
          <p:cNvSpPr/>
          <p:nvPr/>
        </p:nvSpPr>
        <p:spPr>
          <a:xfrm>
            <a:off x="8096250" y="2689225"/>
            <a:ext cx="319650" cy="38265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99EDF1F-35F8-A294-EEB1-547D162D93E5}"/>
              </a:ext>
            </a:extLst>
          </p:cNvPr>
          <p:cNvCxnSpPr>
            <a:cxnSpLocks/>
          </p:cNvCxnSpPr>
          <p:nvPr/>
        </p:nvCxnSpPr>
        <p:spPr>
          <a:xfrm flipV="1">
            <a:off x="8096250" y="2689224"/>
            <a:ext cx="0" cy="73977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582E999-D975-3399-E554-62A828E5D6B1}"/>
                  </a:ext>
                </a:extLst>
              </p:cNvPr>
              <p:cNvSpPr txBox="1"/>
              <p:nvPr/>
            </p:nvSpPr>
            <p:spPr>
              <a:xfrm>
                <a:off x="2031582" y="322503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FAC9423-45F7-D9F9-9C06-C7F012F01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582" y="3225032"/>
                <a:ext cx="41069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AC0B3D7-5F6C-217B-B8EE-89D581ABC1DB}"/>
                  </a:ext>
                </a:extLst>
              </p:cNvPr>
              <p:cNvSpPr txBox="1"/>
              <p:nvPr/>
            </p:nvSpPr>
            <p:spPr>
              <a:xfrm>
                <a:off x="2340241" y="355586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C9AE9B06-C3C9-F711-6B2A-E837873FA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241" y="3555864"/>
                <a:ext cx="4106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7235240-11FA-40C8-DFF5-293F9FE30C39}"/>
              </a:ext>
            </a:extLst>
          </p:cNvPr>
          <p:cNvCxnSpPr>
            <a:cxnSpLocks/>
          </p:cNvCxnSpPr>
          <p:nvPr/>
        </p:nvCxnSpPr>
        <p:spPr>
          <a:xfrm flipH="1">
            <a:off x="1850488" y="3579372"/>
            <a:ext cx="18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6E69BCE-7B2A-9E22-B496-EC8F6DC70E23}"/>
              </a:ext>
            </a:extLst>
          </p:cNvPr>
          <p:cNvCxnSpPr>
            <a:cxnSpLocks/>
          </p:cNvCxnSpPr>
          <p:nvPr/>
        </p:nvCxnSpPr>
        <p:spPr>
          <a:xfrm flipH="1">
            <a:off x="2750931" y="3579372"/>
            <a:ext cx="18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0B65E96-12F8-7C2C-1EAE-DBB7B44AD046}"/>
              </a:ext>
            </a:extLst>
          </p:cNvPr>
          <p:cNvCxnSpPr>
            <a:cxnSpLocks/>
          </p:cNvCxnSpPr>
          <p:nvPr/>
        </p:nvCxnSpPr>
        <p:spPr>
          <a:xfrm flipV="1">
            <a:off x="8415900" y="2689224"/>
            <a:ext cx="3175" cy="73977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Arc plein 12">
            <a:extLst>
              <a:ext uri="{FF2B5EF4-FFF2-40B4-BE49-F238E27FC236}">
                <a16:creationId xmlns:a16="http://schemas.microsoft.com/office/drawing/2014/main" id="{1DB21DD2-2ACC-5616-51CA-87E80EAF3EB8}"/>
              </a:ext>
            </a:extLst>
          </p:cNvPr>
          <p:cNvSpPr/>
          <p:nvPr/>
        </p:nvSpPr>
        <p:spPr>
          <a:xfrm>
            <a:off x="7446075" y="1181885"/>
            <a:ext cx="1620000" cy="1620000"/>
          </a:xfrm>
          <a:prstGeom prst="blockArc">
            <a:avLst>
              <a:gd name="adj1" fmla="val 8099949"/>
              <a:gd name="adj2" fmla="val 2975057"/>
              <a:gd name="adj3" fmla="val 12245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F3C5E2A-90A6-F67B-D60A-256C1B4F113E}"/>
              </a:ext>
            </a:extLst>
          </p:cNvPr>
          <p:cNvSpPr/>
          <p:nvPr/>
        </p:nvSpPr>
        <p:spPr>
          <a:xfrm>
            <a:off x="8148075" y="1872555"/>
            <a:ext cx="216000" cy="216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3A50EC7-AF92-B58D-7456-C60868A653A2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681671" y="1507067"/>
            <a:ext cx="498036" cy="39712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5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160F79F-1512-6F38-FC30-5375F7C54FD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11255" y="1945681"/>
            <a:ext cx="0" cy="89999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212B0F0-22B0-4263-39EF-797C6834C495}"/>
              </a:ext>
            </a:extLst>
          </p:cNvPr>
          <p:cNvSpPr/>
          <p:nvPr/>
        </p:nvSpPr>
        <p:spPr>
          <a:xfrm rot="16200000">
            <a:off x="8388194" y="1920622"/>
            <a:ext cx="288000" cy="14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7908A2B-0762-A5A0-30FB-DD015AAE6B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12254" y="1992204"/>
            <a:ext cx="288000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3FD61AF0-3ED3-6339-5D2A-AFFEC7516204}"/>
              </a:ext>
            </a:extLst>
          </p:cNvPr>
          <p:cNvCxnSpPr>
            <a:cxnSpLocks/>
          </p:cNvCxnSpPr>
          <p:nvPr/>
        </p:nvCxnSpPr>
        <p:spPr>
          <a:xfrm flipV="1">
            <a:off x="8256075" y="2236272"/>
            <a:ext cx="0" cy="2213808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Arc 32">
            <a:extLst>
              <a:ext uri="{FF2B5EF4-FFF2-40B4-BE49-F238E27FC236}">
                <a16:creationId xmlns:a16="http://schemas.microsoft.com/office/drawing/2014/main" id="{FB6FCD74-8109-45EF-24E9-0312958068D4}"/>
              </a:ext>
            </a:extLst>
          </p:cNvPr>
          <p:cNvSpPr/>
          <p:nvPr/>
        </p:nvSpPr>
        <p:spPr>
          <a:xfrm>
            <a:off x="7997055" y="1752600"/>
            <a:ext cx="483672" cy="483672"/>
          </a:xfrm>
          <a:prstGeom prst="arc">
            <a:avLst>
              <a:gd name="adj1" fmla="val 5054769"/>
              <a:gd name="adj2" fmla="val 13716099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D052A12D-21CD-F638-A34B-295AE9CE1EE0}"/>
              </a:ext>
            </a:extLst>
          </p:cNvPr>
          <p:cNvCxnSpPr>
            <a:cxnSpLocks/>
          </p:cNvCxnSpPr>
          <p:nvPr/>
        </p:nvCxnSpPr>
        <p:spPr>
          <a:xfrm flipH="1">
            <a:off x="7536075" y="3429000"/>
            <a:ext cx="560175" cy="70104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C2A8E738-29DA-78BB-B105-990F80D996A6}"/>
              </a:ext>
            </a:extLst>
          </p:cNvPr>
          <p:cNvCxnSpPr>
            <a:cxnSpLocks/>
          </p:cNvCxnSpPr>
          <p:nvPr/>
        </p:nvCxnSpPr>
        <p:spPr>
          <a:xfrm flipH="1" flipV="1">
            <a:off x="8414313" y="3409698"/>
            <a:ext cx="561762" cy="755902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B01D8BB2-7104-3CC4-3DC1-0697CDCA7DD1}"/>
              </a:ext>
            </a:extLst>
          </p:cNvPr>
          <p:cNvCxnSpPr>
            <a:cxnSpLocks/>
          </p:cNvCxnSpPr>
          <p:nvPr/>
        </p:nvCxnSpPr>
        <p:spPr>
          <a:xfrm flipV="1">
            <a:off x="7536075" y="4130040"/>
            <a:ext cx="0" cy="32004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D55E8A7-DA95-997A-BE52-553210457BE5}"/>
              </a:ext>
            </a:extLst>
          </p:cNvPr>
          <p:cNvCxnSpPr>
            <a:cxnSpLocks/>
          </p:cNvCxnSpPr>
          <p:nvPr/>
        </p:nvCxnSpPr>
        <p:spPr>
          <a:xfrm flipV="1">
            <a:off x="8976075" y="4165600"/>
            <a:ext cx="0" cy="28448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D3BD692F-61F9-0592-6FAA-0907559644C3}"/>
              </a:ext>
            </a:extLst>
          </p:cNvPr>
          <p:cNvCxnSpPr>
            <a:cxnSpLocks/>
          </p:cNvCxnSpPr>
          <p:nvPr/>
        </p:nvCxnSpPr>
        <p:spPr>
          <a:xfrm flipH="1">
            <a:off x="7536075" y="5046631"/>
            <a:ext cx="144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5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5" name="Image 54">
            <a:extLst>
              <a:ext uri="{FF2B5EF4-FFF2-40B4-BE49-F238E27FC236}">
                <a16:creationId xmlns:a16="http://schemas.microsoft.com/office/drawing/2014/main" id="{B09DE07E-C203-CE97-6BD4-6CAEBCCAE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9935">
            <a:off x="4291980" y="795758"/>
            <a:ext cx="2805006" cy="26808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47F25DEE-50C0-A1F7-5D14-3487CC2EF3BE}"/>
                  </a:ext>
                </a:extLst>
              </p:cNvPr>
              <p:cNvSpPr txBox="1"/>
              <p:nvPr/>
            </p:nvSpPr>
            <p:spPr>
              <a:xfrm>
                <a:off x="8130848" y="4751163"/>
                <a:ext cx="216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47F25DEE-50C0-A1F7-5D14-3487CC2EF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848" y="4751163"/>
                <a:ext cx="216085" cy="276999"/>
              </a:xfrm>
              <a:prstGeom prst="rect">
                <a:avLst/>
              </a:prstGeom>
              <a:blipFill>
                <a:blip r:embed="rId5"/>
                <a:stretch>
                  <a:fillRect l="-28571" r="-22857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8B12D35-9CFA-05AF-E04F-888169CB66A4}"/>
              </a:ext>
            </a:extLst>
          </p:cNvPr>
          <p:cNvCxnSpPr>
            <a:cxnSpLocks/>
          </p:cNvCxnSpPr>
          <p:nvPr/>
        </p:nvCxnSpPr>
        <p:spPr>
          <a:xfrm flipH="1">
            <a:off x="7536075" y="4626034"/>
            <a:ext cx="72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5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9F1963C3-93C9-2D83-469F-9BA08DE42CDA}"/>
                  </a:ext>
                </a:extLst>
              </p:cNvPr>
              <p:cNvSpPr txBox="1"/>
              <p:nvPr/>
            </p:nvSpPr>
            <p:spPr>
              <a:xfrm>
                <a:off x="7759109" y="4348656"/>
                <a:ext cx="3021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9F1963C3-93C9-2D83-469F-9BA08DE42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109" y="4348656"/>
                <a:ext cx="302134" cy="276999"/>
              </a:xfrm>
              <a:prstGeom prst="rect">
                <a:avLst/>
              </a:prstGeom>
              <a:blipFill>
                <a:blip r:embed="rId6"/>
                <a:stretch>
                  <a:fillRect l="-20408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642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CB0F7-279C-C01A-56CD-1CD97C22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8FF2538-D86D-C965-9C7B-44C1960D2797}"/>
              </a:ext>
            </a:extLst>
          </p:cNvPr>
          <p:cNvCxnSpPr>
            <a:cxnSpLocks/>
          </p:cNvCxnSpPr>
          <p:nvPr/>
        </p:nvCxnSpPr>
        <p:spPr>
          <a:xfrm flipV="1">
            <a:off x="1774825" y="3024718"/>
            <a:ext cx="0" cy="28800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54571A1-E243-F58D-1A73-0EA14B3F7A03}"/>
              </a:ext>
            </a:extLst>
          </p:cNvPr>
          <p:cNvCxnSpPr>
            <a:cxnSpLocks/>
          </p:cNvCxnSpPr>
          <p:nvPr/>
        </p:nvCxnSpPr>
        <p:spPr>
          <a:xfrm flipH="1">
            <a:off x="1774825" y="3024718"/>
            <a:ext cx="288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E8DB6D2-13C9-E55B-389A-A2F16576F3D8}"/>
              </a:ext>
            </a:extLst>
          </p:cNvPr>
          <p:cNvCxnSpPr>
            <a:cxnSpLocks/>
          </p:cNvCxnSpPr>
          <p:nvPr/>
        </p:nvCxnSpPr>
        <p:spPr>
          <a:xfrm rot="-1800000" flipH="1">
            <a:off x="2043532" y="2952718"/>
            <a:ext cx="288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5CC6FDA-9785-FD4B-98C2-BCC2E59033AC}"/>
              </a:ext>
            </a:extLst>
          </p:cNvPr>
          <p:cNvGrpSpPr/>
          <p:nvPr/>
        </p:nvGrpSpPr>
        <p:grpSpPr>
          <a:xfrm>
            <a:off x="1631711" y="3285000"/>
            <a:ext cx="288000" cy="288000"/>
            <a:chOff x="1627477" y="3285000"/>
            <a:chExt cx="288000" cy="288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6534337-4039-D978-A992-F230D23D6B18}"/>
                </a:ext>
              </a:extLst>
            </p:cNvPr>
            <p:cNvSpPr/>
            <p:nvPr/>
          </p:nvSpPr>
          <p:spPr>
            <a:xfrm flipH="1">
              <a:off x="1627477" y="3285000"/>
              <a:ext cx="288000" cy="288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7EED8883-3A36-4B90-3178-1AA5EC977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477" y="3321000"/>
              <a:ext cx="0" cy="216000"/>
            </a:xfrm>
            <a:prstGeom prst="lin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tailEnd type="stealth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1A3BD4A-277F-5B03-7D9E-41933749A803}"/>
              </a:ext>
            </a:extLst>
          </p:cNvPr>
          <p:cNvCxnSpPr>
            <a:cxnSpLocks/>
          </p:cNvCxnSpPr>
          <p:nvPr/>
        </p:nvCxnSpPr>
        <p:spPr>
          <a:xfrm flipV="1">
            <a:off x="1774825" y="3573000"/>
            <a:ext cx="0" cy="353837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8A6F280D-A5DA-85D1-D456-C3E7B18D7CFF}"/>
              </a:ext>
            </a:extLst>
          </p:cNvPr>
          <p:cNvCxnSpPr>
            <a:cxnSpLocks/>
          </p:cNvCxnSpPr>
          <p:nvPr/>
        </p:nvCxnSpPr>
        <p:spPr>
          <a:xfrm flipH="1">
            <a:off x="2350824" y="3024718"/>
            <a:ext cx="862276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90B96479-5098-A710-6CD7-931D97B0AE0D}"/>
              </a:ext>
            </a:extLst>
          </p:cNvPr>
          <p:cNvCxnSpPr>
            <a:cxnSpLocks/>
          </p:cNvCxnSpPr>
          <p:nvPr/>
        </p:nvCxnSpPr>
        <p:spPr>
          <a:xfrm flipH="1">
            <a:off x="1770351" y="3854122"/>
            <a:ext cx="1442749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0033B13C-3027-E1C2-2A78-0C239DBBC51A}"/>
              </a:ext>
            </a:extLst>
          </p:cNvPr>
          <p:cNvCxnSpPr>
            <a:cxnSpLocks/>
          </p:cNvCxnSpPr>
          <p:nvPr/>
        </p:nvCxnSpPr>
        <p:spPr>
          <a:xfrm flipV="1">
            <a:off x="2638824" y="3024718"/>
            <a:ext cx="0" cy="829404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F06C0354-B5E5-43C4-3CE5-5CEA74EB1FE0}"/>
              </a:ext>
            </a:extLst>
          </p:cNvPr>
          <p:cNvSpPr/>
          <p:nvPr/>
        </p:nvSpPr>
        <p:spPr>
          <a:xfrm>
            <a:off x="2548824" y="3331984"/>
            <a:ext cx="180000" cy="180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C235893D-7D88-8912-0FEF-9664955E2F5D}"/>
              </a:ext>
            </a:extLst>
          </p:cNvPr>
          <p:cNvCxnSpPr>
            <a:cxnSpLocks/>
          </p:cNvCxnSpPr>
          <p:nvPr/>
        </p:nvCxnSpPr>
        <p:spPr>
          <a:xfrm flipV="1">
            <a:off x="3213100" y="3024718"/>
            <a:ext cx="0" cy="829404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4C48B500-A3A1-31BE-72F6-DC44E75572DB}"/>
              </a:ext>
            </a:extLst>
          </p:cNvPr>
          <p:cNvGrpSpPr/>
          <p:nvPr/>
        </p:nvGrpSpPr>
        <p:grpSpPr>
          <a:xfrm>
            <a:off x="3127246" y="3286679"/>
            <a:ext cx="180000" cy="288000"/>
            <a:chOff x="3125658" y="3289855"/>
            <a:chExt cx="180000" cy="28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C7B334D-FA4C-02D5-D9FC-476824556365}"/>
                </a:ext>
              </a:extLst>
            </p:cNvPr>
            <p:cNvSpPr/>
            <p:nvPr/>
          </p:nvSpPr>
          <p:spPr>
            <a:xfrm>
              <a:off x="3179658" y="3289855"/>
              <a:ext cx="72000" cy="288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EC318DE9-9F34-142B-2E73-9F1403B2E238}"/>
                </a:ext>
              </a:extLst>
            </p:cNvPr>
            <p:cNvSpPr/>
            <p:nvPr/>
          </p:nvSpPr>
          <p:spPr>
            <a:xfrm flipH="1">
              <a:off x="3125658" y="3343855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2568797-F977-2B3C-9204-B9845E9BB5DE}"/>
              </a:ext>
            </a:extLst>
          </p:cNvPr>
          <p:cNvSpPr/>
          <p:nvPr/>
        </p:nvSpPr>
        <p:spPr>
          <a:xfrm>
            <a:off x="2006403" y="2799080"/>
            <a:ext cx="776420" cy="1127757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B5C663E-0ECE-6078-A1B9-596625BF6A19}"/>
              </a:ext>
            </a:extLst>
          </p:cNvPr>
          <p:cNvSpPr/>
          <p:nvPr/>
        </p:nvSpPr>
        <p:spPr>
          <a:xfrm>
            <a:off x="1631711" y="3922343"/>
            <a:ext cx="288000" cy="81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9EB0E250-2723-13B7-40E1-37C6D8363B29}"/>
              </a:ext>
            </a:extLst>
          </p:cNvPr>
          <p:cNvCxnSpPr>
            <a:cxnSpLocks/>
          </p:cNvCxnSpPr>
          <p:nvPr/>
        </p:nvCxnSpPr>
        <p:spPr>
          <a:xfrm flipH="1">
            <a:off x="1630011" y="3918404"/>
            <a:ext cx="292875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7CD3B8D9-0695-BF29-02D7-E739163AA062}"/>
              </a:ext>
            </a:extLst>
          </p:cNvPr>
          <p:cNvSpPr txBox="1"/>
          <p:nvPr/>
        </p:nvSpPr>
        <p:spPr>
          <a:xfrm rot="16200000">
            <a:off x="477125" y="3193680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00" dirty="0"/>
              <a:t>Source de tension continue </a:t>
            </a:r>
          </a:p>
          <a:p>
            <a:pPr algn="ctr"/>
            <a:r>
              <a:rPr lang="fr-FR" sz="800" dirty="0"/>
              <a:t>Tension constante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69F104E-0118-0E77-C818-B2BD749AAD22}"/>
              </a:ext>
            </a:extLst>
          </p:cNvPr>
          <p:cNvSpPr txBox="1"/>
          <p:nvPr/>
        </p:nvSpPr>
        <p:spPr>
          <a:xfrm>
            <a:off x="2081118" y="3872999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dirty="0"/>
              <a:t>Hacheur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7B5AB8B-32AB-4E8E-39B7-14632E39DDA7}"/>
              </a:ext>
            </a:extLst>
          </p:cNvPr>
          <p:cNvSpPr txBox="1"/>
          <p:nvPr/>
        </p:nvSpPr>
        <p:spPr>
          <a:xfrm>
            <a:off x="2759262" y="32907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dirty="0"/>
              <a:t>MCC</a:t>
            </a:r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6CACF4A6-E744-41EE-4433-8D23778AE54B}"/>
              </a:ext>
            </a:extLst>
          </p:cNvPr>
          <p:cNvGrpSpPr/>
          <p:nvPr/>
        </p:nvGrpSpPr>
        <p:grpSpPr>
          <a:xfrm>
            <a:off x="4653341" y="2446811"/>
            <a:ext cx="3606451" cy="979714"/>
            <a:chOff x="326571" y="1730829"/>
            <a:chExt cx="3606451" cy="979714"/>
          </a:xfrm>
        </p:grpSpPr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8F427413-95CF-4C7A-E996-4D0285C1EDEB}"/>
                </a:ext>
              </a:extLst>
            </p:cNvPr>
            <p:cNvCxnSpPr/>
            <p:nvPr/>
          </p:nvCxnSpPr>
          <p:spPr>
            <a:xfrm flipV="1">
              <a:off x="326571" y="1730829"/>
              <a:ext cx="0" cy="979714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avec flèche 69">
              <a:extLst>
                <a:ext uri="{FF2B5EF4-FFF2-40B4-BE49-F238E27FC236}">
                  <a16:creationId xmlns:a16="http://schemas.microsoft.com/office/drawing/2014/main" id="{56E67CE9-AFFC-A1F7-05CD-1878DDC63762}"/>
                </a:ext>
              </a:extLst>
            </p:cNvPr>
            <p:cNvCxnSpPr>
              <a:cxnSpLocks/>
            </p:cNvCxnSpPr>
            <p:nvPr/>
          </p:nvCxnSpPr>
          <p:spPr>
            <a:xfrm>
              <a:off x="326571" y="2710543"/>
              <a:ext cx="3606451" cy="0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8481421-4E3D-D979-D199-64F39CCA49DC}"/>
                  </a:ext>
                </a:extLst>
              </p:cNvPr>
              <p:cNvSpPr txBox="1"/>
              <p:nvPr/>
            </p:nvSpPr>
            <p:spPr>
              <a:xfrm rot="16200000">
                <a:off x="1275071" y="3329650"/>
                <a:ext cx="3370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8481421-4E3D-D979-D199-64F39CCA4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5071" y="3329650"/>
                <a:ext cx="337015" cy="184666"/>
              </a:xfrm>
              <a:prstGeom prst="rect">
                <a:avLst/>
              </a:prstGeom>
              <a:blipFill>
                <a:blip r:embed="rId2"/>
                <a:stretch>
                  <a:fillRect l="-6667" t="-18182" r="-36667" b="-1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1069D4D8-8014-C7C5-A686-65A179791D14}"/>
              </a:ext>
            </a:extLst>
          </p:cNvPr>
          <p:cNvCxnSpPr>
            <a:cxnSpLocks/>
          </p:cNvCxnSpPr>
          <p:nvPr/>
        </p:nvCxnSpPr>
        <p:spPr>
          <a:xfrm>
            <a:off x="4653341" y="2711051"/>
            <a:ext cx="2846009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4156E464-7F95-68A2-92B1-19DC1758B1C2}"/>
              </a:ext>
            </a:extLst>
          </p:cNvPr>
          <p:cNvCxnSpPr>
            <a:cxnSpLocks/>
          </p:cNvCxnSpPr>
          <p:nvPr/>
        </p:nvCxnSpPr>
        <p:spPr>
          <a:xfrm flipV="1">
            <a:off x="1578861" y="3253475"/>
            <a:ext cx="0" cy="33701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0C90C338-CE52-358F-304F-EEB606A31432}"/>
                  </a:ext>
                </a:extLst>
              </p:cNvPr>
              <p:cNvSpPr txBox="1"/>
              <p:nvPr/>
            </p:nvSpPr>
            <p:spPr>
              <a:xfrm>
                <a:off x="4240060" y="2446811"/>
                <a:ext cx="3370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0C90C338-CE52-358F-304F-EEB606A31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60" y="2446811"/>
                <a:ext cx="337015" cy="184666"/>
              </a:xfrm>
              <a:prstGeom prst="rect">
                <a:avLst/>
              </a:prstGeom>
              <a:blipFill>
                <a:blip r:embed="rId3"/>
                <a:stretch>
                  <a:fillRect l="-10909" t="-3226" r="-16364" b="-354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9BD9C53C-EA90-725F-4241-378E943CAA85}"/>
              </a:ext>
            </a:extLst>
          </p:cNvPr>
          <p:cNvCxnSpPr>
            <a:cxnSpLocks/>
          </p:cNvCxnSpPr>
          <p:nvPr/>
        </p:nvCxnSpPr>
        <p:spPr>
          <a:xfrm flipV="1">
            <a:off x="3382261" y="3235984"/>
            <a:ext cx="0" cy="33701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B5952BBA-1C13-9DCE-1CC0-3FD4CE152F1D}"/>
                  </a:ext>
                </a:extLst>
              </p:cNvPr>
              <p:cNvSpPr txBox="1"/>
              <p:nvPr/>
            </p:nvSpPr>
            <p:spPr>
              <a:xfrm rot="5400000">
                <a:off x="3319047" y="3380529"/>
                <a:ext cx="4387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B5952BBA-1C13-9DCE-1CC0-3FD4CE152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319047" y="3380529"/>
                <a:ext cx="438773" cy="184666"/>
              </a:xfrm>
              <a:prstGeom prst="rect">
                <a:avLst/>
              </a:prstGeom>
              <a:blipFill>
                <a:blip r:embed="rId4"/>
                <a:stretch>
                  <a:fillRect l="-35484" t="-8333" r="-322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e 92">
            <a:extLst>
              <a:ext uri="{FF2B5EF4-FFF2-40B4-BE49-F238E27FC236}">
                <a16:creationId xmlns:a16="http://schemas.microsoft.com/office/drawing/2014/main" id="{3BAC5DF2-8910-4025-663D-9C69099A58F2}"/>
              </a:ext>
            </a:extLst>
          </p:cNvPr>
          <p:cNvGrpSpPr/>
          <p:nvPr/>
        </p:nvGrpSpPr>
        <p:grpSpPr>
          <a:xfrm>
            <a:off x="4658421" y="3605731"/>
            <a:ext cx="3606451" cy="979714"/>
            <a:chOff x="326571" y="1730829"/>
            <a:chExt cx="3606451" cy="979714"/>
          </a:xfrm>
        </p:grpSpPr>
        <p:cxnSp>
          <p:nvCxnSpPr>
            <p:cNvPr id="94" name="Connecteur droit avec flèche 93">
              <a:extLst>
                <a:ext uri="{FF2B5EF4-FFF2-40B4-BE49-F238E27FC236}">
                  <a16:creationId xmlns:a16="http://schemas.microsoft.com/office/drawing/2014/main" id="{4D3DD16D-F358-AC6E-DECF-4777242A9D6A}"/>
                </a:ext>
              </a:extLst>
            </p:cNvPr>
            <p:cNvCxnSpPr/>
            <p:nvPr/>
          </p:nvCxnSpPr>
          <p:spPr>
            <a:xfrm flipV="1">
              <a:off x="326571" y="1730829"/>
              <a:ext cx="0" cy="979714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4F087630-6BA0-3DCA-4C5D-371436C4281F}"/>
                </a:ext>
              </a:extLst>
            </p:cNvPr>
            <p:cNvCxnSpPr>
              <a:cxnSpLocks/>
            </p:cNvCxnSpPr>
            <p:nvPr/>
          </p:nvCxnSpPr>
          <p:spPr>
            <a:xfrm>
              <a:off x="326571" y="2710543"/>
              <a:ext cx="3606451" cy="0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0AA7459E-B685-E185-3F58-A36EFF6780F3}"/>
                  </a:ext>
                </a:extLst>
              </p:cNvPr>
              <p:cNvSpPr txBox="1"/>
              <p:nvPr/>
            </p:nvSpPr>
            <p:spPr>
              <a:xfrm>
                <a:off x="4199420" y="3605731"/>
                <a:ext cx="4387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0AA7459E-B685-E185-3F58-A36EFF678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420" y="3605731"/>
                <a:ext cx="438773" cy="184666"/>
              </a:xfrm>
              <a:prstGeom prst="rect">
                <a:avLst/>
              </a:prstGeom>
              <a:blipFill>
                <a:blip r:embed="rId5"/>
                <a:stretch>
                  <a:fillRect l="-8333" t="-3226" r="-11111" b="-354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7004F16-69F4-466C-5B23-0729AFA9AA93}"/>
              </a:ext>
            </a:extLst>
          </p:cNvPr>
          <p:cNvGrpSpPr/>
          <p:nvPr/>
        </p:nvGrpSpPr>
        <p:grpSpPr>
          <a:xfrm>
            <a:off x="4658421" y="3869971"/>
            <a:ext cx="648000" cy="715474"/>
            <a:chOff x="4658421" y="3869971"/>
            <a:chExt cx="648000" cy="715474"/>
          </a:xfrm>
        </p:grpSpPr>
        <p:cxnSp>
          <p:nvCxnSpPr>
            <p:cNvPr id="96" name="Connecteur droit avec flèche 95">
              <a:extLst>
                <a:ext uri="{FF2B5EF4-FFF2-40B4-BE49-F238E27FC236}">
                  <a16:creationId xmlns:a16="http://schemas.microsoft.com/office/drawing/2014/main" id="{7F4F96DB-52A3-93A3-A73E-810AE5F0E353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eur droit avec flèche 98">
              <a:extLst>
                <a:ext uri="{FF2B5EF4-FFF2-40B4-BE49-F238E27FC236}">
                  <a16:creationId xmlns:a16="http://schemas.microsoft.com/office/drawing/2014/main" id="{136DBE21-2DBD-1133-56AD-1303CDB348A5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avec flèche 100">
              <a:extLst>
                <a:ext uri="{FF2B5EF4-FFF2-40B4-BE49-F238E27FC236}">
                  <a16:creationId xmlns:a16="http://schemas.microsoft.com/office/drawing/2014/main" id="{519C6FA1-601B-9DB4-7287-5C042AAB47A8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eur droit avec flèche 101">
              <a:extLst>
                <a:ext uri="{FF2B5EF4-FFF2-40B4-BE49-F238E27FC236}">
                  <a16:creationId xmlns:a16="http://schemas.microsoft.com/office/drawing/2014/main" id="{AF061117-C1C9-E339-0B9E-DE382CFD776E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60602653-30FD-EACA-5BA7-95C8356C06E1}"/>
              </a:ext>
            </a:extLst>
          </p:cNvPr>
          <p:cNvGrpSpPr/>
          <p:nvPr/>
        </p:nvGrpSpPr>
        <p:grpSpPr>
          <a:xfrm>
            <a:off x="5303810" y="3869971"/>
            <a:ext cx="648000" cy="715474"/>
            <a:chOff x="4658421" y="3869971"/>
            <a:chExt cx="648000" cy="715474"/>
          </a:xfrm>
        </p:grpSpPr>
        <p:cxnSp>
          <p:nvCxnSpPr>
            <p:cNvPr id="105" name="Connecteur droit avec flèche 104">
              <a:extLst>
                <a:ext uri="{FF2B5EF4-FFF2-40B4-BE49-F238E27FC236}">
                  <a16:creationId xmlns:a16="http://schemas.microsoft.com/office/drawing/2014/main" id="{AC59E2CA-6D76-CFFB-223F-CF0F8B24EDD1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avec flèche 105">
              <a:extLst>
                <a:ext uri="{FF2B5EF4-FFF2-40B4-BE49-F238E27FC236}">
                  <a16:creationId xmlns:a16="http://schemas.microsoft.com/office/drawing/2014/main" id="{36DE0213-1895-51BC-8A28-DC45AE4C8291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avec flèche 106">
              <a:extLst>
                <a:ext uri="{FF2B5EF4-FFF2-40B4-BE49-F238E27FC236}">
                  <a16:creationId xmlns:a16="http://schemas.microsoft.com/office/drawing/2014/main" id="{70A81CBA-4A84-C378-DC3B-2331BBF4FF42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avec flèche 107">
              <a:extLst>
                <a:ext uri="{FF2B5EF4-FFF2-40B4-BE49-F238E27FC236}">
                  <a16:creationId xmlns:a16="http://schemas.microsoft.com/office/drawing/2014/main" id="{DEFDC084-7190-34BC-CE3B-E72DFA1243A7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6A9DFAFD-E49C-83BE-1864-4EE09190A5A6}"/>
              </a:ext>
            </a:extLst>
          </p:cNvPr>
          <p:cNvGrpSpPr/>
          <p:nvPr/>
        </p:nvGrpSpPr>
        <p:grpSpPr>
          <a:xfrm>
            <a:off x="5949199" y="3869971"/>
            <a:ext cx="648000" cy="715474"/>
            <a:chOff x="4658421" y="3869971"/>
            <a:chExt cx="648000" cy="715474"/>
          </a:xfrm>
        </p:grpSpPr>
        <p:cxnSp>
          <p:nvCxnSpPr>
            <p:cNvPr id="110" name="Connecteur droit avec flèche 109">
              <a:extLst>
                <a:ext uri="{FF2B5EF4-FFF2-40B4-BE49-F238E27FC236}">
                  <a16:creationId xmlns:a16="http://schemas.microsoft.com/office/drawing/2014/main" id="{FD3B9F0C-A453-2D91-B45D-3B3963A5046C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avec flèche 110">
              <a:extLst>
                <a:ext uri="{FF2B5EF4-FFF2-40B4-BE49-F238E27FC236}">
                  <a16:creationId xmlns:a16="http://schemas.microsoft.com/office/drawing/2014/main" id="{9386F96D-879A-26B8-1323-A19CC65E0F0C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avec flèche 111">
              <a:extLst>
                <a:ext uri="{FF2B5EF4-FFF2-40B4-BE49-F238E27FC236}">
                  <a16:creationId xmlns:a16="http://schemas.microsoft.com/office/drawing/2014/main" id="{C6B54B48-AEE6-81B6-18A5-C8A871498849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avec flèche 112">
              <a:extLst>
                <a:ext uri="{FF2B5EF4-FFF2-40B4-BE49-F238E27FC236}">
                  <a16:creationId xmlns:a16="http://schemas.microsoft.com/office/drawing/2014/main" id="{6E740F3F-AA0E-3F40-5178-DDFE616E4F15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38C2CD08-043F-E17C-A719-809A8D2D6F06}"/>
              </a:ext>
            </a:extLst>
          </p:cNvPr>
          <p:cNvGrpSpPr/>
          <p:nvPr/>
        </p:nvGrpSpPr>
        <p:grpSpPr>
          <a:xfrm>
            <a:off x="6594588" y="3869971"/>
            <a:ext cx="648000" cy="715474"/>
            <a:chOff x="4658421" y="3869971"/>
            <a:chExt cx="648000" cy="715474"/>
          </a:xfrm>
        </p:grpSpPr>
        <p:cxnSp>
          <p:nvCxnSpPr>
            <p:cNvPr id="115" name="Connecteur droit avec flèche 114">
              <a:extLst>
                <a:ext uri="{FF2B5EF4-FFF2-40B4-BE49-F238E27FC236}">
                  <a16:creationId xmlns:a16="http://schemas.microsoft.com/office/drawing/2014/main" id="{E9F05520-DCDD-90E8-5F45-0A0A8BAB7AD5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 droit avec flèche 115">
              <a:extLst>
                <a:ext uri="{FF2B5EF4-FFF2-40B4-BE49-F238E27FC236}">
                  <a16:creationId xmlns:a16="http://schemas.microsoft.com/office/drawing/2014/main" id="{209A911C-BD7B-3FAE-4601-3505F7413A9B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eur droit avec flèche 116">
              <a:extLst>
                <a:ext uri="{FF2B5EF4-FFF2-40B4-BE49-F238E27FC236}">
                  <a16:creationId xmlns:a16="http://schemas.microsoft.com/office/drawing/2014/main" id="{1F851E56-C342-A35A-F69F-BA216E8BB078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eur droit avec flèche 117">
              <a:extLst>
                <a:ext uri="{FF2B5EF4-FFF2-40B4-BE49-F238E27FC236}">
                  <a16:creationId xmlns:a16="http://schemas.microsoft.com/office/drawing/2014/main" id="{FA69EBEA-1030-A9B5-6C22-E928ADA1D124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E50DE4DB-EC76-BFAF-13F6-A343D74F1C76}"/>
              </a:ext>
            </a:extLst>
          </p:cNvPr>
          <p:cNvGrpSpPr/>
          <p:nvPr/>
        </p:nvGrpSpPr>
        <p:grpSpPr>
          <a:xfrm>
            <a:off x="7239977" y="3869971"/>
            <a:ext cx="648000" cy="715474"/>
            <a:chOff x="4658421" y="3869971"/>
            <a:chExt cx="648000" cy="715474"/>
          </a:xfrm>
        </p:grpSpPr>
        <p:cxnSp>
          <p:nvCxnSpPr>
            <p:cNvPr id="120" name="Connecteur droit avec flèche 119">
              <a:extLst>
                <a:ext uri="{FF2B5EF4-FFF2-40B4-BE49-F238E27FC236}">
                  <a16:creationId xmlns:a16="http://schemas.microsoft.com/office/drawing/2014/main" id="{DA3DA052-0B0D-DE8E-5220-5872B1415104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eur droit avec flèche 120">
              <a:extLst>
                <a:ext uri="{FF2B5EF4-FFF2-40B4-BE49-F238E27FC236}">
                  <a16:creationId xmlns:a16="http://schemas.microsoft.com/office/drawing/2014/main" id="{90F31216-A3DC-0ACA-A3FC-C4E59CF71C95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eur droit avec flèche 121">
              <a:extLst>
                <a:ext uri="{FF2B5EF4-FFF2-40B4-BE49-F238E27FC236}">
                  <a16:creationId xmlns:a16="http://schemas.microsoft.com/office/drawing/2014/main" id="{8AE43673-7EB1-B388-5766-85A100B3896D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eur droit avec flèche 122">
              <a:extLst>
                <a:ext uri="{FF2B5EF4-FFF2-40B4-BE49-F238E27FC236}">
                  <a16:creationId xmlns:a16="http://schemas.microsoft.com/office/drawing/2014/main" id="{426F846D-3B57-4975-47DC-9CA807928630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DE1D2DC1-F2A3-57EB-EC3F-A13AD4689366}"/>
              </a:ext>
            </a:extLst>
          </p:cNvPr>
          <p:cNvCxnSpPr>
            <a:cxnSpLocks/>
          </p:cNvCxnSpPr>
          <p:nvPr/>
        </p:nvCxnSpPr>
        <p:spPr>
          <a:xfrm>
            <a:off x="4648353" y="4095588"/>
            <a:ext cx="3367887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69DF7473-507F-D180-5BB9-660B3FFBADFA}"/>
                  </a:ext>
                </a:extLst>
              </p:cNvPr>
              <p:cNvSpPr txBox="1"/>
              <p:nvPr/>
            </p:nvSpPr>
            <p:spPr>
              <a:xfrm>
                <a:off x="4093873" y="3996110"/>
                <a:ext cx="54944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69DF7473-507F-D180-5BB9-660B3FFBA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873" y="3996110"/>
                <a:ext cx="549446" cy="184666"/>
              </a:xfrm>
              <a:prstGeom prst="rect">
                <a:avLst/>
              </a:prstGeom>
              <a:blipFill>
                <a:blip r:embed="rId6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5CEDFB3E-9B34-3E32-8419-27D0F1AAB9E1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74911" y="2590150"/>
            <a:ext cx="0" cy="33701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3398D9B3-7E49-885C-3863-2567B98B6724}"/>
                  </a:ext>
                </a:extLst>
              </p:cNvPr>
              <p:cNvSpPr txBox="1"/>
              <p:nvPr/>
            </p:nvSpPr>
            <p:spPr>
              <a:xfrm>
                <a:off x="2006403" y="2485066"/>
                <a:ext cx="41460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3398D9B3-7E49-885C-3863-2567B98B6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03" y="2485066"/>
                <a:ext cx="414601" cy="184666"/>
              </a:xfrm>
              <a:prstGeom prst="rect">
                <a:avLst/>
              </a:prstGeom>
              <a:blipFill>
                <a:blip r:embed="rId7"/>
                <a:stretch>
                  <a:fillRect l="-8824" t="-6667" r="-13235" b="-3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3590A84B-C08F-5E16-82C8-3A8FF854A4D1}"/>
              </a:ext>
            </a:extLst>
          </p:cNvPr>
          <p:cNvGrpSpPr/>
          <p:nvPr/>
        </p:nvGrpSpPr>
        <p:grpSpPr>
          <a:xfrm>
            <a:off x="4658421" y="4725374"/>
            <a:ext cx="3606451" cy="979714"/>
            <a:chOff x="326571" y="1730829"/>
            <a:chExt cx="3606451" cy="979714"/>
          </a:xfrm>
        </p:grpSpPr>
        <p:cxnSp>
          <p:nvCxnSpPr>
            <p:cNvPr id="133" name="Connecteur droit avec flèche 132">
              <a:extLst>
                <a:ext uri="{FF2B5EF4-FFF2-40B4-BE49-F238E27FC236}">
                  <a16:creationId xmlns:a16="http://schemas.microsoft.com/office/drawing/2014/main" id="{EF354986-A646-C456-2E6C-631299BA2D0B}"/>
                </a:ext>
              </a:extLst>
            </p:cNvPr>
            <p:cNvCxnSpPr/>
            <p:nvPr/>
          </p:nvCxnSpPr>
          <p:spPr>
            <a:xfrm flipV="1">
              <a:off x="326571" y="1730829"/>
              <a:ext cx="0" cy="979714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eur droit avec flèche 133">
              <a:extLst>
                <a:ext uri="{FF2B5EF4-FFF2-40B4-BE49-F238E27FC236}">
                  <a16:creationId xmlns:a16="http://schemas.microsoft.com/office/drawing/2014/main" id="{B4026F4F-8498-E38D-12AE-CE030CAED663}"/>
                </a:ext>
              </a:extLst>
            </p:cNvPr>
            <p:cNvCxnSpPr>
              <a:cxnSpLocks/>
            </p:cNvCxnSpPr>
            <p:nvPr/>
          </p:nvCxnSpPr>
          <p:spPr>
            <a:xfrm>
              <a:off x="326571" y="2710543"/>
              <a:ext cx="3606451" cy="0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ZoneTexte 134">
                <a:extLst>
                  <a:ext uri="{FF2B5EF4-FFF2-40B4-BE49-F238E27FC236}">
                    <a16:creationId xmlns:a16="http://schemas.microsoft.com/office/drawing/2014/main" id="{39FDBEE4-0659-03C2-03A9-318D44B0238F}"/>
                  </a:ext>
                </a:extLst>
              </p:cNvPr>
              <p:cNvSpPr txBox="1"/>
              <p:nvPr/>
            </p:nvSpPr>
            <p:spPr>
              <a:xfrm>
                <a:off x="4199420" y="4725374"/>
                <a:ext cx="41460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5" name="ZoneTexte 134">
                <a:extLst>
                  <a:ext uri="{FF2B5EF4-FFF2-40B4-BE49-F238E27FC236}">
                    <a16:creationId xmlns:a16="http://schemas.microsoft.com/office/drawing/2014/main" id="{39FDBEE4-0659-03C2-03A9-318D44B02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420" y="4725374"/>
                <a:ext cx="414601" cy="184666"/>
              </a:xfrm>
              <a:prstGeom prst="rect">
                <a:avLst/>
              </a:prstGeom>
              <a:blipFill>
                <a:blip r:embed="rId8"/>
                <a:stretch>
                  <a:fillRect l="-8824" t="-3333" r="-11765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" name="Groupe 162">
            <a:extLst>
              <a:ext uri="{FF2B5EF4-FFF2-40B4-BE49-F238E27FC236}">
                <a16:creationId xmlns:a16="http://schemas.microsoft.com/office/drawing/2014/main" id="{F0E3D216-8DF1-5D97-AFBD-8116C7CF1B20}"/>
              </a:ext>
            </a:extLst>
          </p:cNvPr>
          <p:cNvGrpSpPr/>
          <p:nvPr/>
        </p:nvGrpSpPr>
        <p:grpSpPr>
          <a:xfrm flipV="1">
            <a:off x="4658421" y="4989614"/>
            <a:ext cx="3229556" cy="715474"/>
            <a:chOff x="4658421" y="4989614"/>
            <a:chExt cx="3229556" cy="715474"/>
          </a:xfrm>
        </p:grpSpPr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1974B9AB-0674-38FC-BD7B-129F8EE89F27}"/>
                </a:ext>
              </a:extLst>
            </p:cNvPr>
            <p:cNvGrpSpPr/>
            <p:nvPr/>
          </p:nvGrpSpPr>
          <p:grpSpPr>
            <a:xfrm>
              <a:off x="4658421" y="4989614"/>
              <a:ext cx="648000" cy="715474"/>
              <a:chOff x="4658421" y="3869971"/>
              <a:chExt cx="648000" cy="715474"/>
            </a:xfrm>
          </p:grpSpPr>
          <p:cxnSp>
            <p:nvCxnSpPr>
              <p:cNvPr id="137" name="Connecteur droit avec flèche 136">
                <a:extLst>
                  <a:ext uri="{FF2B5EF4-FFF2-40B4-BE49-F238E27FC236}">
                    <a16:creationId xmlns:a16="http://schemas.microsoft.com/office/drawing/2014/main" id="{8C5C9E4D-A6B6-3EAC-9182-1AACD01DF3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8421" y="3869971"/>
                <a:ext cx="432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onnecteur droit avec flèche 137">
                <a:extLst>
                  <a:ext uri="{FF2B5EF4-FFF2-40B4-BE49-F238E27FC236}">
                    <a16:creationId xmlns:a16="http://schemas.microsoft.com/office/drawing/2014/main" id="{5DF71504-D414-28B9-F710-72C3350A60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necteur droit avec flèche 138">
                <a:extLst>
                  <a:ext uri="{FF2B5EF4-FFF2-40B4-BE49-F238E27FC236}">
                    <a16:creationId xmlns:a16="http://schemas.microsoft.com/office/drawing/2014/main" id="{47704457-BFF1-5FA6-4660-2F46DCFAA8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4585445"/>
                <a:ext cx="216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necteur droit avec flèche 139">
                <a:extLst>
                  <a:ext uri="{FF2B5EF4-FFF2-40B4-BE49-F238E27FC236}">
                    <a16:creationId xmlns:a16="http://schemas.microsoft.com/office/drawing/2014/main" id="{74626F67-8B5B-DF77-7046-18449E863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6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oupe 140">
              <a:extLst>
                <a:ext uri="{FF2B5EF4-FFF2-40B4-BE49-F238E27FC236}">
                  <a16:creationId xmlns:a16="http://schemas.microsoft.com/office/drawing/2014/main" id="{F698D99B-DC40-AFFD-5F03-A4D5D2C69003}"/>
                </a:ext>
              </a:extLst>
            </p:cNvPr>
            <p:cNvGrpSpPr/>
            <p:nvPr/>
          </p:nvGrpSpPr>
          <p:grpSpPr>
            <a:xfrm>
              <a:off x="5303810" y="4989614"/>
              <a:ext cx="648000" cy="715474"/>
              <a:chOff x="4658421" y="3869971"/>
              <a:chExt cx="648000" cy="715474"/>
            </a:xfrm>
          </p:grpSpPr>
          <p:cxnSp>
            <p:nvCxnSpPr>
              <p:cNvPr id="142" name="Connecteur droit avec flèche 141">
                <a:extLst>
                  <a:ext uri="{FF2B5EF4-FFF2-40B4-BE49-F238E27FC236}">
                    <a16:creationId xmlns:a16="http://schemas.microsoft.com/office/drawing/2014/main" id="{C93B2F92-8C82-2075-4CE3-D10ECA24B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8421" y="3869971"/>
                <a:ext cx="432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Connecteur droit avec flèche 142">
                <a:extLst>
                  <a:ext uri="{FF2B5EF4-FFF2-40B4-BE49-F238E27FC236}">
                    <a16:creationId xmlns:a16="http://schemas.microsoft.com/office/drawing/2014/main" id="{D45EA7B4-E319-D111-6495-A1C2F5CC0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eur droit avec flèche 143">
                <a:extLst>
                  <a:ext uri="{FF2B5EF4-FFF2-40B4-BE49-F238E27FC236}">
                    <a16:creationId xmlns:a16="http://schemas.microsoft.com/office/drawing/2014/main" id="{817FC296-7717-4440-7498-010176105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4585445"/>
                <a:ext cx="216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Connecteur droit avec flèche 144">
                <a:extLst>
                  <a:ext uri="{FF2B5EF4-FFF2-40B4-BE49-F238E27FC236}">
                    <a16:creationId xmlns:a16="http://schemas.microsoft.com/office/drawing/2014/main" id="{48232AC1-AB4D-49D0-0EAB-25D4827125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6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e 145">
              <a:extLst>
                <a:ext uri="{FF2B5EF4-FFF2-40B4-BE49-F238E27FC236}">
                  <a16:creationId xmlns:a16="http://schemas.microsoft.com/office/drawing/2014/main" id="{1F85351B-448E-1A2A-7054-4C5D8E8FE13E}"/>
                </a:ext>
              </a:extLst>
            </p:cNvPr>
            <p:cNvGrpSpPr/>
            <p:nvPr/>
          </p:nvGrpSpPr>
          <p:grpSpPr>
            <a:xfrm>
              <a:off x="5949199" y="4989614"/>
              <a:ext cx="648000" cy="715474"/>
              <a:chOff x="4658421" y="3869971"/>
              <a:chExt cx="648000" cy="715474"/>
            </a:xfrm>
          </p:grpSpPr>
          <p:cxnSp>
            <p:nvCxnSpPr>
              <p:cNvPr id="147" name="Connecteur droit avec flèche 146">
                <a:extLst>
                  <a:ext uri="{FF2B5EF4-FFF2-40B4-BE49-F238E27FC236}">
                    <a16:creationId xmlns:a16="http://schemas.microsoft.com/office/drawing/2014/main" id="{3C630FDA-0979-B687-23E7-67B51ACCBE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8421" y="3869971"/>
                <a:ext cx="432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necteur droit avec flèche 147">
                <a:extLst>
                  <a:ext uri="{FF2B5EF4-FFF2-40B4-BE49-F238E27FC236}">
                    <a16:creationId xmlns:a16="http://schemas.microsoft.com/office/drawing/2014/main" id="{8C25F758-D515-1CD6-231E-81D2C7F658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necteur droit avec flèche 148">
                <a:extLst>
                  <a:ext uri="{FF2B5EF4-FFF2-40B4-BE49-F238E27FC236}">
                    <a16:creationId xmlns:a16="http://schemas.microsoft.com/office/drawing/2014/main" id="{13D2C47D-4C61-FEAE-8A0B-9AC863D443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4585445"/>
                <a:ext cx="216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cteur droit avec flèche 149">
                <a:extLst>
                  <a:ext uri="{FF2B5EF4-FFF2-40B4-BE49-F238E27FC236}">
                    <a16:creationId xmlns:a16="http://schemas.microsoft.com/office/drawing/2014/main" id="{31D3EF55-6105-B63B-CFF4-639C5B9C07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6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477EA517-5DC7-0A7E-A178-ED1917B50A7F}"/>
                </a:ext>
              </a:extLst>
            </p:cNvPr>
            <p:cNvGrpSpPr/>
            <p:nvPr/>
          </p:nvGrpSpPr>
          <p:grpSpPr>
            <a:xfrm>
              <a:off x="6594588" y="4989614"/>
              <a:ext cx="648000" cy="715474"/>
              <a:chOff x="4658421" y="3869971"/>
              <a:chExt cx="648000" cy="715474"/>
            </a:xfrm>
          </p:grpSpPr>
          <p:cxnSp>
            <p:nvCxnSpPr>
              <p:cNvPr id="152" name="Connecteur droit avec flèche 151">
                <a:extLst>
                  <a:ext uri="{FF2B5EF4-FFF2-40B4-BE49-F238E27FC236}">
                    <a16:creationId xmlns:a16="http://schemas.microsoft.com/office/drawing/2014/main" id="{EDDFDFD8-6671-C0D6-3B50-6A3137005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8421" y="3869971"/>
                <a:ext cx="432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cteur droit avec flèche 152">
                <a:extLst>
                  <a:ext uri="{FF2B5EF4-FFF2-40B4-BE49-F238E27FC236}">
                    <a16:creationId xmlns:a16="http://schemas.microsoft.com/office/drawing/2014/main" id="{4975A369-D4C8-916E-580A-9040B30FD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Connecteur droit avec flèche 153">
                <a:extLst>
                  <a:ext uri="{FF2B5EF4-FFF2-40B4-BE49-F238E27FC236}">
                    <a16:creationId xmlns:a16="http://schemas.microsoft.com/office/drawing/2014/main" id="{0388F426-9436-94B7-034B-1DCFAA573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4585445"/>
                <a:ext cx="216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Connecteur droit avec flèche 154">
                <a:extLst>
                  <a:ext uri="{FF2B5EF4-FFF2-40B4-BE49-F238E27FC236}">
                    <a16:creationId xmlns:a16="http://schemas.microsoft.com/office/drawing/2014/main" id="{B11A774A-F9DE-3FB7-41F6-990E229603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6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FED0990F-84FF-C594-6602-9B0917FA9E8C}"/>
                </a:ext>
              </a:extLst>
            </p:cNvPr>
            <p:cNvGrpSpPr/>
            <p:nvPr/>
          </p:nvGrpSpPr>
          <p:grpSpPr>
            <a:xfrm>
              <a:off x="7239977" y="4989614"/>
              <a:ext cx="648000" cy="715474"/>
              <a:chOff x="4658421" y="3869971"/>
              <a:chExt cx="648000" cy="715474"/>
            </a:xfrm>
          </p:grpSpPr>
          <p:cxnSp>
            <p:nvCxnSpPr>
              <p:cNvPr id="157" name="Connecteur droit avec flèche 156">
                <a:extLst>
                  <a:ext uri="{FF2B5EF4-FFF2-40B4-BE49-F238E27FC236}">
                    <a16:creationId xmlns:a16="http://schemas.microsoft.com/office/drawing/2014/main" id="{14C8B5AB-AE28-21DC-3F4B-AA8FE6178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8421" y="3869971"/>
                <a:ext cx="432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necteur droit avec flèche 157">
                <a:extLst>
                  <a:ext uri="{FF2B5EF4-FFF2-40B4-BE49-F238E27FC236}">
                    <a16:creationId xmlns:a16="http://schemas.microsoft.com/office/drawing/2014/main" id="{0D9281ED-D569-62F1-2F3E-55F43FCBF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Connecteur droit avec flèche 158">
                <a:extLst>
                  <a:ext uri="{FF2B5EF4-FFF2-40B4-BE49-F238E27FC236}">
                    <a16:creationId xmlns:a16="http://schemas.microsoft.com/office/drawing/2014/main" id="{778C1BD2-FB9A-7EAE-14BA-F1237CDD0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421" y="4585445"/>
                <a:ext cx="216000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Connecteur droit avec flèche 159">
                <a:extLst>
                  <a:ext uri="{FF2B5EF4-FFF2-40B4-BE49-F238E27FC236}">
                    <a16:creationId xmlns:a16="http://schemas.microsoft.com/office/drawing/2014/main" id="{DB2B5895-F4DB-E14F-A1E9-43D964856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6421" y="3869971"/>
                <a:ext cx="0" cy="71547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4" name="Connecteur droit avec flèche 163">
            <a:extLst>
              <a:ext uri="{FF2B5EF4-FFF2-40B4-BE49-F238E27FC236}">
                <a16:creationId xmlns:a16="http://schemas.microsoft.com/office/drawing/2014/main" id="{DB785194-4276-3364-1986-C897D4039208}"/>
              </a:ext>
            </a:extLst>
          </p:cNvPr>
          <p:cNvCxnSpPr>
            <a:cxnSpLocks/>
          </p:cNvCxnSpPr>
          <p:nvPr/>
        </p:nvCxnSpPr>
        <p:spPr>
          <a:xfrm>
            <a:off x="5303810" y="4772818"/>
            <a:ext cx="645389" cy="0"/>
          </a:xfrm>
          <a:prstGeom prst="straightConnector1">
            <a:avLst/>
          </a:prstGeom>
          <a:ln w="19050"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65236AF2-7971-4EC6-C1BE-DCEE1DA4BE7E}"/>
                  </a:ext>
                </a:extLst>
              </p:cNvPr>
              <p:cNvSpPr txBox="1"/>
              <p:nvPr/>
            </p:nvSpPr>
            <p:spPr>
              <a:xfrm>
                <a:off x="5561486" y="4608836"/>
                <a:ext cx="13003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65236AF2-7971-4EC6-C1BE-DCEE1DA4B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86" y="4608836"/>
                <a:ext cx="130036" cy="184666"/>
              </a:xfrm>
              <a:prstGeom prst="rect">
                <a:avLst/>
              </a:prstGeom>
              <a:blipFill>
                <a:blip r:embed="rId9"/>
                <a:stretch>
                  <a:fillRect l="-27273" r="-22727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Connecteur droit avec flèche 168">
            <a:extLst>
              <a:ext uri="{FF2B5EF4-FFF2-40B4-BE49-F238E27FC236}">
                <a16:creationId xmlns:a16="http://schemas.microsoft.com/office/drawing/2014/main" id="{9F5FB3A6-14FB-FA2F-A445-F88A39F5570A}"/>
              </a:ext>
            </a:extLst>
          </p:cNvPr>
          <p:cNvCxnSpPr>
            <a:cxnSpLocks/>
          </p:cNvCxnSpPr>
          <p:nvPr/>
        </p:nvCxnSpPr>
        <p:spPr>
          <a:xfrm>
            <a:off x="5301817" y="3816494"/>
            <a:ext cx="433993" cy="0"/>
          </a:xfrm>
          <a:prstGeom prst="straightConnector1">
            <a:avLst/>
          </a:prstGeom>
          <a:ln w="19050"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>
                <a:extLst>
                  <a:ext uri="{FF2B5EF4-FFF2-40B4-BE49-F238E27FC236}">
                    <a16:creationId xmlns:a16="http://schemas.microsoft.com/office/drawing/2014/main" id="{CDAC5CA1-FF94-6941-05F3-AEC0348CDF6D}"/>
                  </a:ext>
                </a:extLst>
              </p:cNvPr>
              <p:cNvSpPr txBox="1"/>
              <p:nvPr/>
            </p:nvSpPr>
            <p:spPr>
              <a:xfrm>
                <a:off x="5448368" y="3649337"/>
                <a:ext cx="1300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0" name="ZoneTexte 169">
                <a:extLst>
                  <a:ext uri="{FF2B5EF4-FFF2-40B4-BE49-F238E27FC236}">
                    <a16:creationId xmlns:a16="http://schemas.microsoft.com/office/drawing/2014/main" id="{CDAC5CA1-FF94-6941-05F3-AEC0348CD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68" y="3649337"/>
                <a:ext cx="130036" cy="184666"/>
              </a:xfrm>
              <a:prstGeom prst="rect">
                <a:avLst/>
              </a:prstGeom>
              <a:blipFill>
                <a:blip r:embed="rId10"/>
                <a:stretch>
                  <a:fillRect l="-42857" r="-85714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ZoneTexte 171">
                <a:extLst>
                  <a:ext uri="{FF2B5EF4-FFF2-40B4-BE49-F238E27FC236}">
                    <a16:creationId xmlns:a16="http://schemas.microsoft.com/office/drawing/2014/main" id="{C738244D-511B-9F48-FA49-7CB61C947783}"/>
                  </a:ext>
                </a:extLst>
              </p:cNvPr>
              <p:cNvSpPr txBox="1"/>
              <p:nvPr/>
            </p:nvSpPr>
            <p:spPr>
              <a:xfrm>
                <a:off x="8259792" y="3246354"/>
                <a:ext cx="999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2" name="ZoneTexte 171">
                <a:extLst>
                  <a:ext uri="{FF2B5EF4-FFF2-40B4-BE49-F238E27FC236}">
                    <a16:creationId xmlns:a16="http://schemas.microsoft.com/office/drawing/2014/main" id="{C738244D-511B-9F48-FA49-7CB61C94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792" y="3246354"/>
                <a:ext cx="99963" cy="184666"/>
              </a:xfrm>
              <a:prstGeom prst="rect">
                <a:avLst/>
              </a:prstGeom>
              <a:blipFill>
                <a:blip r:embed="rId11"/>
                <a:stretch>
                  <a:fillRect l="-31250" r="-31250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3B4793B4-5A8D-D888-2608-C488E0D7C7D4}"/>
                  </a:ext>
                </a:extLst>
              </p:cNvPr>
              <p:cNvSpPr txBox="1"/>
              <p:nvPr/>
            </p:nvSpPr>
            <p:spPr>
              <a:xfrm>
                <a:off x="8263761" y="4400779"/>
                <a:ext cx="999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3B4793B4-5A8D-D888-2608-C488E0D7C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761" y="4400779"/>
                <a:ext cx="99963" cy="184666"/>
              </a:xfrm>
              <a:prstGeom prst="rect">
                <a:avLst/>
              </a:prstGeom>
              <a:blipFill>
                <a:blip r:embed="rId11"/>
                <a:stretch>
                  <a:fillRect l="-31250" r="-31250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ZoneTexte 173">
                <a:extLst>
                  <a:ext uri="{FF2B5EF4-FFF2-40B4-BE49-F238E27FC236}">
                    <a16:creationId xmlns:a16="http://schemas.microsoft.com/office/drawing/2014/main" id="{DC2855B4-5324-4341-E3A1-AC64F1E10217}"/>
                  </a:ext>
                </a:extLst>
              </p:cNvPr>
              <p:cNvSpPr txBox="1"/>
              <p:nvPr/>
            </p:nvSpPr>
            <p:spPr>
              <a:xfrm>
                <a:off x="8259790" y="5517715"/>
                <a:ext cx="999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4" name="ZoneTexte 173">
                <a:extLst>
                  <a:ext uri="{FF2B5EF4-FFF2-40B4-BE49-F238E27FC236}">
                    <a16:creationId xmlns:a16="http://schemas.microsoft.com/office/drawing/2014/main" id="{DC2855B4-5324-4341-E3A1-AC64F1E10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790" y="5517715"/>
                <a:ext cx="99963" cy="184666"/>
              </a:xfrm>
              <a:prstGeom prst="rect">
                <a:avLst/>
              </a:prstGeom>
              <a:blipFill>
                <a:blip r:embed="rId11"/>
                <a:stretch>
                  <a:fillRect l="-31250" r="-31250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96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F18D-FF5A-D314-3B8A-0885BAE1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33C75-3E80-A454-7994-578F276C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1201712-BEEE-9696-D05A-32990CEA41E4}"/>
              </a:ext>
            </a:extLst>
          </p:cNvPr>
          <p:cNvCxnSpPr>
            <a:cxnSpLocks/>
          </p:cNvCxnSpPr>
          <p:nvPr/>
        </p:nvCxnSpPr>
        <p:spPr>
          <a:xfrm flipV="1">
            <a:off x="1774825" y="3024718"/>
            <a:ext cx="0" cy="28800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0BBE638-7EBE-7406-E8CE-A776B93CDFE5}"/>
              </a:ext>
            </a:extLst>
          </p:cNvPr>
          <p:cNvCxnSpPr>
            <a:cxnSpLocks/>
          </p:cNvCxnSpPr>
          <p:nvPr/>
        </p:nvCxnSpPr>
        <p:spPr>
          <a:xfrm flipH="1">
            <a:off x="1774825" y="3024718"/>
            <a:ext cx="288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2BDACBA-B9D3-4C52-9150-0319F5D9B0F4}"/>
              </a:ext>
            </a:extLst>
          </p:cNvPr>
          <p:cNvCxnSpPr>
            <a:cxnSpLocks/>
          </p:cNvCxnSpPr>
          <p:nvPr/>
        </p:nvCxnSpPr>
        <p:spPr>
          <a:xfrm rot="-1800000" flipH="1">
            <a:off x="2043532" y="2952718"/>
            <a:ext cx="288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ECBB501-3A2F-4843-C1F0-BAE6FBD0C00F}"/>
              </a:ext>
            </a:extLst>
          </p:cNvPr>
          <p:cNvGrpSpPr/>
          <p:nvPr/>
        </p:nvGrpSpPr>
        <p:grpSpPr>
          <a:xfrm>
            <a:off x="1631711" y="3285000"/>
            <a:ext cx="288000" cy="288000"/>
            <a:chOff x="1627477" y="3285000"/>
            <a:chExt cx="288000" cy="2880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B578551-3C51-A1EF-A491-C1CFA0699C06}"/>
                </a:ext>
              </a:extLst>
            </p:cNvPr>
            <p:cNvSpPr/>
            <p:nvPr/>
          </p:nvSpPr>
          <p:spPr>
            <a:xfrm flipH="1">
              <a:off x="1627477" y="3285000"/>
              <a:ext cx="288000" cy="288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354039C-3DA6-9B28-6FDD-D8F3D2F91F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477" y="3321000"/>
              <a:ext cx="0" cy="216000"/>
            </a:xfrm>
            <a:prstGeom prst="lin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tailEnd type="stealth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85C6B7B-6144-110F-1667-86BDA46C5504}"/>
              </a:ext>
            </a:extLst>
          </p:cNvPr>
          <p:cNvCxnSpPr>
            <a:cxnSpLocks/>
          </p:cNvCxnSpPr>
          <p:nvPr/>
        </p:nvCxnSpPr>
        <p:spPr>
          <a:xfrm flipV="1">
            <a:off x="1774825" y="3573000"/>
            <a:ext cx="0" cy="353837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35E282F-788A-5AC6-BB96-E2E8B816F9C2}"/>
              </a:ext>
            </a:extLst>
          </p:cNvPr>
          <p:cNvCxnSpPr>
            <a:cxnSpLocks/>
          </p:cNvCxnSpPr>
          <p:nvPr/>
        </p:nvCxnSpPr>
        <p:spPr>
          <a:xfrm flipH="1">
            <a:off x="2350824" y="3024718"/>
            <a:ext cx="862276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9DFD63D-E462-EC2A-47B1-BDAC3AC7F615}"/>
              </a:ext>
            </a:extLst>
          </p:cNvPr>
          <p:cNvCxnSpPr>
            <a:cxnSpLocks/>
          </p:cNvCxnSpPr>
          <p:nvPr/>
        </p:nvCxnSpPr>
        <p:spPr>
          <a:xfrm flipH="1">
            <a:off x="1770351" y="3854122"/>
            <a:ext cx="1442749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805C41D-7F3F-1F00-7738-47AEFD3CE3E3}"/>
              </a:ext>
            </a:extLst>
          </p:cNvPr>
          <p:cNvCxnSpPr>
            <a:cxnSpLocks/>
          </p:cNvCxnSpPr>
          <p:nvPr/>
        </p:nvCxnSpPr>
        <p:spPr>
          <a:xfrm flipV="1">
            <a:off x="2638824" y="3024718"/>
            <a:ext cx="0" cy="829404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B3CB43AF-5BCC-4A0C-059B-0882F40B049C}"/>
              </a:ext>
            </a:extLst>
          </p:cNvPr>
          <p:cNvSpPr/>
          <p:nvPr/>
        </p:nvSpPr>
        <p:spPr>
          <a:xfrm>
            <a:off x="2548824" y="3331984"/>
            <a:ext cx="180000" cy="180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348FBAB4-38D4-C2AB-5011-ACA1504DEE48}"/>
              </a:ext>
            </a:extLst>
          </p:cNvPr>
          <p:cNvCxnSpPr>
            <a:cxnSpLocks/>
          </p:cNvCxnSpPr>
          <p:nvPr/>
        </p:nvCxnSpPr>
        <p:spPr>
          <a:xfrm flipV="1">
            <a:off x="3213100" y="3024718"/>
            <a:ext cx="0" cy="829404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FECDAD49-5284-6151-872B-80CCB91A5E54}"/>
              </a:ext>
            </a:extLst>
          </p:cNvPr>
          <p:cNvGrpSpPr/>
          <p:nvPr/>
        </p:nvGrpSpPr>
        <p:grpSpPr>
          <a:xfrm>
            <a:off x="3127246" y="3286679"/>
            <a:ext cx="180000" cy="288000"/>
            <a:chOff x="3125658" y="3289855"/>
            <a:chExt cx="180000" cy="28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39AF48-18D4-9415-E283-997C740310B1}"/>
                </a:ext>
              </a:extLst>
            </p:cNvPr>
            <p:cNvSpPr/>
            <p:nvPr/>
          </p:nvSpPr>
          <p:spPr>
            <a:xfrm>
              <a:off x="3179658" y="3289855"/>
              <a:ext cx="72000" cy="288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5C4C48F9-53CB-F3B0-F940-0BAA790B03DA}"/>
                </a:ext>
              </a:extLst>
            </p:cNvPr>
            <p:cNvSpPr/>
            <p:nvPr/>
          </p:nvSpPr>
          <p:spPr>
            <a:xfrm flipH="1">
              <a:off x="3125658" y="3343855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FDB10B3-C41E-231A-FAF7-634CF5ED2945}"/>
              </a:ext>
            </a:extLst>
          </p:cNvPr>
          <p:cNvSpPr/>
          <p:nvPr/>
        </p:nvSpPr>
        <p:spPr>
          <a:xfrm>
            <a:off x="2006403" y="2799080"/>
            <a:ext cx="776420" cy="1127757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883DE5-AF50-16CC-1CB5-9F49A79ACF36}"/>
              </a:ext>
            </a:extLst>
          </p:cNvPr>
          <p:cNvSpPr/>
          <p:nvPr/>
        </p:nvSpPr>
        <p:spPr>
          <a:xfrm>
            <a:off x="1631711" y="3922343"/>
            <a:ext cx="288000" cy="81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BFBF772C-3D15-EFB4-5A5A-19ED91B5D0FD}"/>
              </a:ext>
            </a:extLst>
          </p:cNvPr>
          <p:cNvCxnSpPr>
            <a:cxnSpLocks/>
          </p:cNvCxnSpPr>
          <p:nvPr/>
        </p:nvCxnSpPr>
        <p:spPr>
          <a:xfrm flipH="1">
            <a:off x="1630011" y="3918404"/>
            <a:ext cx="292875" cy="0"/>
          </a:xfrm>
          <a:prstGeom prst="line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D55D4D5F-495C-F489-4700-ADA06C710427}"/>
              </a:ext>
            </a:extLst>
          </p:cNvPr>
          <p:cNvSpPr txBox="1"/>
          <p:nvPr/>
        </p:nvSpPr>
        <p:spPr>
          <a:xfrm rot="16200000">
            <a:off x="477125" y="3193680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00" dirty="0"/>
              <a:t>Source de tension continue </a:t>
            </a:r>
          </a:p>
          <a:p>
            <a:pPr algn="ctr"/>
            <a:r>
              <a:rPr lang="fr-FR" sz="800" dirty="0"/>
              <a:t>Tension constante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16C5F8E-C0FE-05F8-ACB2-07B94C092C40}"/>
              </a:ext>
            </a:extLst>
          </p:cNvPr>
          <p:cNvSpPr txBox="1"/>
          <p:nvPr/>
        </p:nvSpPr>
        <p:spPr>
          <a:xfrm>
            <a:off x="2081118" y="3872999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dirty="0"/>
              <a:t>Hacheur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D02FF38-CEC7-E928-D5EA-F4F0DE12BF14}"/>
              </a:ext>
            </a:extLst>
          </p:cNvPr>
          <p:cNvSpPr txBox="1"/>
          <p:nvPr/>
        </p:nvSpPr>
        <p:spPr>
          <a:xfrm>
            <a:off x="2759262" y="32907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dirty="0"/>
              <a:t>MCC</a:t>
            </a:r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9809D06F-E8ED-3B34-04D9-FFB525263009}"/>
              </a:ext>
            </a:extLst>
          </p:cNvPr>
          <p:cNvGrpSpPr/>
          <p:nvPr/>
        </p:nvGrpSpPr>
        <p:grpSpPr>
          <a:xfrm>
            <a:off x="4653341" y="2446811"/>
            <a:ext cx="3606451" cy="979714"/>
            <a:chOff x="326571" y="1730829"/>
            <a:chExt cx="3606451" cy="979714"/>
          </a:xfrm>
        </p:grpSpPr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76398701-14B9-9F15-FA07-3F2BE680B922}"/>
                </a:ext>
              </a:extLst>
            </p:cNvPr>
            <p:cNvCxnSpPr/>
            <p:nvPr/>
          </p:nvCxnSpPr>
          <p:spPr>
            <a:xfrm flipV="1">
              <a:off x="326571" y="1730829"/>
              <a:ext cx="0" cy="979714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avec flèche 69">
              <a:extLst>
                <a:ext uri="{FF2B5EF4-FFF2-40B4-BE49-F238E27FC236}">
                  <a16:creationId xmlns:a16="http://schemas.microsoft.com/office/drawing/2014/main" id="{CE6C8D48-B20C-77F2-6BE2-FAD005A85B9B}"/>
                </a:ext>
              </a:extLst>
            </p:cNvPr>
            <p:cNvCxnSpPr>
              <a:cxnSpLocks/>
            </p:cNvCxnSpPr>
            <p:nvPr/>
          </p:nvCxnSpPr>
          <p:spPr>
            <a:xfrm>
              <a:off x="326571" y="2710543"/>
              <a:ext cx="3606451" cy="0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0B74FFF4-AD78-8CA7-9FED-08ADFED16BC7}"/>
                  </a:ext>
                </a:extLst>
              </p:cNvPr>
              <p:cNvSpPr txBox="1"/>
              <p:nvPr/>
            </p:nvSpPr>
            <p:spPr>
              <a:xfrm rot="16200000">
                <a:off x="1275071" y="3329650"/>
                <a:ext cx="3370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8481421-4E3D-D979-D199-64F39CCA4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5071" y="3329650"/>
                <a:ext cx="337015" cy="184666"/>
              </a:xfrm>
              <a:prstGeom prst="rect">
                <a:avLst/>
              </a:prstGeom>
              <a:blipFill>
                <a:blip r:embed="rId2"/>
                <a:stretch>
                  <a:fillRect l="-6667" t="-18182" r="-36667" b="-1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E0298FDF-9D6E-DBE5-D817-5C51B5032E76}"/>
              </a:ext>
            </a:extLst>
          </p:cNvPr>
          <p:cNvCxnSpPr>
            <a:cxnSpLocks/>
          </p:cNvCxnSpPr>
          <p:nvPr/>
        </p:nvCxnSpPr>
        <p:spPr>
          <a:xfrm>
            <a:off x="4653341" y="2711051"/>
            <a:ext cx="2846009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11D187FC-891D-E277-9D84-5E1CA08B0EF5}"/>
              </a:ext>
            </a:extLst>
          </p:cNvPr>
          <p:cNvCxnSpPr>
            <a:cxnSpLocks/>
          </p:cNvCxnSpPr>
          <p:nvPr/>
        </p:nvCxnSpPr>
        <p:spPr>
          <a:xfrm flipV="1">
            <a:off x="1578861" y="3253475"/>
            <a:ext cx="0" cy="33701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070A35F7-88F5-06D8-9835-005BD408611E}"/>
                  </a:ext>
                </a:extLst>
              </p:cNvPr>
              <p:cNvSpPr txBox="1"/>
              <p:nvPr/>
            </p:nvSpPr>
            <p:spPr>
              <a:xfrm>
                <a:off x="4240060" y="2446811"/>
                <a:ext cx="3370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0C90C338-CE52-358F-304F-EEB606A31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60" y="2446811"/>
                <a:ext cx="337015" cy="184666"/>
              </a:xfrm>
              <a:prstGeom prst="rect">
                <a:avLst/>
              </a:prstGeom>
              <a:blipFill>
                <a:blip r:embed="rId3"/>
                <a:stretch>
                  <a:fillRect l="-10909" t="-3226" r="-16364" b="-354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2558518D-47BF-38F8-10AC-5BA59384D405}"/>
              </a:ext>
            </a:extLst>
          </p:cNvPr>
          <p:cNvCxnSpPr>
            <a:cxnSpLocks/>
          </p:cNvCxnSpPr>
          <p:nvPr/>
        </p:nvCxnSpPr>
        <p:spPr>
          <a:xfrm flipV="1">
            <a:off x="3382261" y="3235984"/>
            <a:ext cx="0" cy="33701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5299F32C-AD04-E393-213F-AC31DF6B0106}"/>
                  </a:ext>
                </a:extLst>
              </p:cNvPr>
              <p:cNvSpPr txBox="1"/>
              <p:nvPr/>
            </p:nvSpPr>
            <p:spPr>
              <a:xfrm rot="5400000">
                <a:off x="3319047" y="3380529"/>
                <a:ext cx="4387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B5952BBA-1C13-9DCE-1CC0-3FD4CE152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319047" y="3380529"/>
                <a:ext cx="438773" cy="184666"/>
              </a:xfrm>
              <a:prstGeom prst="rect">
                <a:avLst/>
              </a:prstGeom>
              <a:blipFill>
                <a:blip r:embed="rId4"/>
                <a:stretch>
                  <a:fillRect l="-35484" t="-8333" r="-322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e 92">
            <a:extLst>
              <a:ext uri="{FF2B5EF4-FFF2-40B4-BE49-F238E27FC236}">
                <a16:creationId xmlns:a16="http://schemas.microsoft.com/office/drawing/2014/main" id="{3ACFF004-DBCC-3B5E-3CC5-EE03B952095A}"/>
              </a:ext>
            </a:extLst>
          </p:cNvPr>
          <p:cNvGrpSpPr/>
          <p:nvPr/>
        </p:nvGrpSpPr>
        <p:grpSpPr>
          <a:xfrm>
            <a:off x="4658421" y="3605731"/>
            <a:ext cx="3606451" cy="979714"/>
            <a:chOff x="326571" y="1730829"/>
            <a:chExt cx="3606451" cy="979714"/>
          </a:xfrm>
        </p:grpSpPr>
        <p:cxnSp>
          <p:nvCxnSpPr>
            <p:cNvPr id="94" name="Connecteur droit avec flèche 93">
              <a:extLst>
                <a:ext uri="{FF2B5EF4-FFF2-40B4-BE49-F238E27FC236}">
                  <a16:creationId xmlns:a16="http://schemas.microsoft.com/office/drawing/2014/main" id="{AB5C83B5-DA6B-DE4E-693E-C15E8C6CC83E}"/>
                </a:ext>
              </a:extLst>
            </p:cNvPr>
            <p:cNvCxnSpPr/>
            <p:nvPr/>
          </p:nvCxnSpPr>
          <p:spPr>
            <a:xfrm flipV="1">
              <a:off x="326571" y="1730829"/>
              <a:ext cx="0" cy="979714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76F3D9C0-94A5-32CE-3792-B64EE10D7C47}"/>
                </a:ext>
              </a:extLst>
            </p:cNvPr>
            <p:cNvCxnSpPr>
              <a:cxnSpLocks/>
            </p:cNvCxnSpPr>
            <p:nvPr/>
          </p:nvCxnSpPr>
          <p:spPr>
            <a:xfrm>
              <a:off x="326571" y="2710543"/>
              <a:ext cx="3606451" cy="0"/>
            </a:xfrm>
            <a:prstGeom prst="straightConnector1">
              <a:avLst/>
            </a:prstGeom>
            <a:ln w="28575">
              <a:solidFill>
                <a:srgbClr val="00547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58A28D13-0A85-6916-F035-6B4FF23E1C26}"/>
                  </a:ext>
                </a:extLst>
              </p:cNvPr>
              <p:cNvSpPr txBox="1"/>
              <p:nvPr/>
            </p:nvSpPr>
            <p:spPr>
              <a:xfrm>
                <a:off x="4199420" y="3605731"/>
                <a:ext cx="4387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0AA7459E-B685-E185-3F58-A36EFF678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420" y="3605731"/>
                <a:ext cx="438773" cy="184666"/>
              </a:xfrm>
              <a:prstGeom prst="rect">
                <a:avLst/>
              </a:prstGeom>
              <a:blipFill>
                <a:blip r:embed="rId5"/>
                <a:stretch>
                  <a:fillRect l="-8333" t="-3226" r="-11111" b="-354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06ECA6F0-0AB7-7016-4C7B-6B8FEF7F9A6B}"/>
              </a:ext>
            </a:extLst>
          </p:cNvPr>
          <p:cNvGrpSpPr/>
          <p:nvPr/>
        </p:nvGrpSpPr>
        <p:grpSpPr>
          <a:xfrm>
            <a:off x="4658421" y="3869971"/>
            <a:ext cx="648000" cy="715474"/>
            <a:chOff x="4658421" y="3869971"/>
            <a:chExt cx="648000" cy="715474"/>
          </a:xfrm>
        </p:grpSpPr>
        <p:cxnSp>
          <p:nvCxnSpPr>
            <p:cNvPr id="96" name="Connecteur droit avec flèche 95">
              <a:extLst>
                <a:ext uri="{FF2B5EF4-FFF2-40B4-BE49-F238E27FC236}">
                  <a16:creationId xmlns:a16="http://schemas.microsoft.com/office/drawing/2014/main" id="{D26FC100-D37A-8EE5-A1A0-1C43AA9E96DE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eur droit avec flèche 98">
              <a:extLst>
                <a:ext uri="{FF2B5EF4-FFF2-40B4-BE49-F238E27FC236}">
                  <a16:creationId xmlns:a16="http://schemas.microsoft.com/office/drawing/2014/main" id="{58976E1F-BECA-491E-8417-9383EB67E7A5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avec flèche 100">
              <a:extLst>
                <a:ext uri="{FF2B5EF4-FFF2-40B4-BE49-F238E27FC236}">
                  <a16:creationId xmlns:a16="http://schemas.microsoft.com/office/drawing/2014/main" id="{099BEFA7-7A2B-56A8-4A1E-9DD9EFA48E9A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eur droit avec flèche 101">
              <a:extLst>
                <a:ext uri="{FF2B5EF4-FFF2-40B4-BE49-F238E27FC236}">
                  <a16:creationId xmlns:a16="http://schemas.microsoft.com/office/drawing/2014/main" id="{B368370E-2306-99AC-8F40-B312ACB4B2E4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0BF585E9-6F08-F060-EB6A-AFA9FE35E3B3}"/>
              </a:ext>
            </a:extLst>
          </p:cNvPr>
          <p:cNvGrpSpPr/>
          <p:nvPr/>
        </p:nvGrpSpPr>
        <p:grpSpPr>
          <a:xfrm>
            <a:off x="5303810" y="3869971"/>
            <a:ext cx="648000" cy="715474"/>
            <a:chOff x="4658421" y="3869971"/>
            <a:chExt cx="648000" cy="715474"/>
          </a:xfrm>
        </p:grpSpPr>
        <p:cxnSp>
          <p:nvCxnSpPr>
            <p:cNvPr id="105" name="Connecteur droit avec flèche 104">
              <a:extLst>
                <a:ext uri="{FF2B5EF4-FFF2-40B4-BE49-F238E27FC236}">
                  <a16:creationId xmlns:a16="http://schemas.microsoft.com/office/drawing/2014/main" id="{20C86065-18EE-CD98-D9F9-CD3811EB9413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avec flèche 105">
              <a:extLst>
                <a:ext uri="{FF2B5EF4-FFF2-40B4-BE49-F238E27FC236}">
                  <a16:creationId xmlns:a16="http://schemas.microsoft.com/office/drawing/2014/main" id="{5EA4AA53-CBB9-9E06-1D4B-4BB44B682C12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avec flèche 106">
              <a:extLst>
                <a:ext uri="{FF2B5EF4-FFF2-40B4-BE49-F238E27FC236}">
                  <a16:creationId xmlns:a16="http://schemas.microsoft.com/office/drawing/2014/main" id="{BB6EF291-F81B-93A7-3E13-CBEDF8378F22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avec flèche 107">
              <a:extLst>
                <a:ext uri="{FF2B5EF4-FFF2-40B4-BE49-F238E27FC236}">
                  <a16:creationId xmlns:a16="http://schemas.microsoft.com/office/drawing/2014/main" id="{D08EE39A-A92E-712F-1D87-B98D7C9BDE82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61C75FBB-0579-84D4-D12C-1AD647E854A8}"/>
              </a:ext>
            </a:extLst>
          </p:cNvPr>
          <p:cNvGrpSpPr/>
          <p:nvPr/>
        </p:nvGrpSpPr>
        <p:grpSpPr>
          <a:xfrm>
            <a:off x="5949199" y="3869971"/>
            <a:ext cx="648000" cy="715474"/>
            <a:chOff x="4658421" y="3869971"/>
            <a:chExt cx="648000" cy="715474"/>
          </a:xfrm>
        </p:grpSpPr>
        <p:cxnSp>
          <p:nvCxnSpPr>
            <p:cNvPr id="110" name="Connecteur droit avec flèche 109">
              <a:extLst>
                <a:ext uri="{FF2B5EF4-FFF2-40B4-BE49-F238E27FC236}">
                  <a16:creationId xmlns:a16="http://schemas.microsoft.com/office/drawing/2014/main" id="{72ECE109-B459-EB6A-A839-8896D1F2F882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avec flèche 110">
              <a:extLst>
                <a:ext uri="{FF2B5EF4-FFF2-40B4-BE49-F238E27FC236}">
                  <a16:creationId xmlns:a16="http://schemas.microsoft.com/office/drawing/2014/main" id="{F8859AAB-3603-703F-DE41-2516DB9C64C0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avec flèche 111">
              <a:extLst>
                <a:ext uri="{FF2B5EF4-FFF2-40B4-BE49-F238E27FC236}">
                  <a16:creationId xmlns:a16="http://schemas.microsoft.com/office/drawing/2014/main" id="{2EBFACD2-B6E6-8A5A-AB55-C6A6728ED136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avec flèche 112">
              <a:extLst>
                <a:ext uri="{FF2B5EF4-FFF2-40B4-BE49-F238E27FC236}">
                  <a16:creationId xmlns:a16="http://schemas.microsoft.com/office/drawing/2014/main" id="{28B0FA0D-5DA4-4882-7D4F-DF9A42962FDA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9CAB4389-23B4-2A35-5C4A-ED2BEA3F2170}"/>
              </a:ext>
            </a:extLst>
          </p:cNvPr>
          <p:cNvGrpSpPr/>
          <p:nvPr/>
        </p:nvGrpSpPr>
        <p:grpSpPr>
          <a:xfrm>
            <a:off x="6594588" y="3869971"/>
            <a:ext cx="648000" cy="715474"/>
            <a:chOff x="4658421" y="3869971"/>
            <a:chExt cx="648000" cy="715474"/>
          </a:xfrm>
        </p:grpSpPr>
        <p:cxnSp>
          <p:nvCxnSpPr>
            <p:cNvPr id="115" name="Connecteur droit avec flèche 114">
              <a:extLst>
                <a:ext uri="{FF2B5EF4-FFF2-40B4-BE49-F238E27FC236}">
                  <a16:creationId xmlns:a16="http://schemas.microsoft.com/office/drawing/2014/main" id="{6FB1786D-9D12-4FC2-07FF-1290CA3D252E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 droit avec flèche 115">
              <a:extLst>
                <a:ext uri="{FF2B5EF4-FFF2-40B4-BE49-F238E27FC236}">
                  <a16:creationId xmlns:a16="http://schemas.microsoft.com/office/drawing/2014/main" id="{CA371C2F-86CF-A51E-0440-DAB29BF749C8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eur droit avec flèche 116">
              <a:extLst>
                <a:ext uri="{FF2B5EF4-FFF2-40B4-BE49-F238E27FC236}">
                  <a16:creationId xmlns:a16="http://schemas.microsoft.com/office/drawing/2014/main" id="{AE0B0587-A856-DA98-7682-ABC584F78778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eur droit avec flèche 117">
              <a:extLst>
                <a:ext uri="{FF2B5EF4-FFF2-40B4-BE49-F238E27FC236}">
                  <a16:creationId xmlns:a16="http://schemas.microsoft.com/office/drawing/2014/main" id="{8FD82F13-FBE5-FABB-80E1-1F5C6068C2E9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8AD9F2C2-F44A-D2CC-84F2-C1D506567A25}"/>
              </a:ext>
            </a:extLst>
          </p:cNvPr>
          <p:cNvGrpSpPr/>
          <p:nvPr/>
        </p:nvGrpSpPr>
        <p:grpSpPr>
          <a:xfrm>
            <a:off x="7239977" y="3869971"/>
            <a:ext cx="648000" cy="715474"/>
            <a:chOff x="4658421" y="3869971"/>
            <a:chExt cx="648000" cy="715474"/>
          </a:xfrm>
        </p:grpSpPr>
        <p:cxnSp>
          <p:nvCxnSpPr>
            <p:cNvPr id="120" name="Connecteur droit avec flèche 119">
              <a:extLst>
                <a:ext uri="{FF2B5EF4-FFF2-40B4-BE49-F238E27FC236}">
                  <a16:creationId xmlns:a16="http://schemas.microsoft.com/office/drawing/2014/main" id="{F1078F76-75B4-5385-3A50-BB575CE8E35F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21" y="3869971"/>
              <a:ext cx="432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eur droit avec flèche 120">
              <a:extLst>
                <a:ext uri="{FF2B5EF4-FFF2-40B4-BE49-F238E27FC236}">
                  <a16:creationId xmlns:a16="http://schemas.microsoft.com/office/drawing/2014/main" id="{DDFADD16-0E3D-47E5-879F-A20E221951A2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eur droit avec flèche 121">
              <a:extLst>
                <a:ext uri="{FF2B5EF4-FFF2-40B4-BE49-F238E27FC236}">
                  <a16:creationId xmlns:a16="http://schemas.microsoft.com/office/drawing/2014/main" id="{738E30A9-6369-FE42-3B3A-9F40773170AC}"/>
                </a:ext>
              </a:extLst>
            </p:cNvPr>
            <p:cNvCxnSpPr>
              <a:cxnSpLocks/>
            </p:cNvCxnSpPr>
            <p:nvPr/>
          </p:nvCxnSpPr>
          <p:spPr>
            <a:xfrm>
              <a:off x="5090421" y="4585445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eur droit avec flèche 122">
              <a:extLst>
                <a:ext uri="{FF2B5EF4-FFF2-40B4-BE49-F238E27FC236}">
                  <a16:creationId xmlns:a16="http://schemas.microsoft.com/office/drawing/2014/main" id="{55B98E0C-7B4F-A635-5C95-4EE1617C7B30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21" y="3869971"/>
              <a:ext cx="0" cy="71547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26EE3FF1-E183-3EDC-AED7-1BF4AC70E950}"/>
              </a:ext>
            </a:extLst>
          </p:cNvPr>
          <p:cNvCxnSpPr>
            <a:cxnSpLocks/>
          </p:cNvCxnSpPr>
          <p:nvPr/>
        </p:nvCxnSpPr>
        <p:spPr>
          <a:xfrm>
            <a:off x="4648353" y="4095588"/>
            <a:ext cx="3367887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8F79F13D-7101-3A11-39CD-421B20E3F21F}"/>
                  </a:ext>
                </a:extLst>
              </p:cNvPr>
              <p:cNvSpPr txBox="1"/>
              <p:nvPr/>
            </p:nvSpPr>
            <p:spPr>
              <a:xfrm>
                <a:off x="4093873" y="3996110"/>
                <a:ext cx="54944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69DF7473-507F-D180-5BB9-660B3FFBA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873" y="3996110"/>
                <a:ext cx="549446" cy="184666"/>
              </a:xfrm>
              <a:prstGeom prst="rect">
                <a:avLst/>
              </a:prstGeom>
              <a:blipFill>
                <a:blip r:embed="rId6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AC26374C-558C-FC7E-BC5E-BE47307DEBD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74911" y="2590150"/>
            <a:ext cx="0" cy="33701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4A06E7B1-B650-DD68-9DF3-5FF6640E0820}"/>
                  </a:ext>
                </a:extLst>
              </p:cNvPr>
              <p:cNvSpPr txBox="1"/>
              <p:nvPr/>
            </p:nvSpPr>
            <p:spPr>
              <a:xfrm>
                <a:off x="2006403" y="2485066"/>
                <a:ext cx="41460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3398D9B3-7E49-885C-3863-2567B98B6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03" y="2485066"/>
                <a:ext cx="414601" cy="184666"/>
              </a:xfrm>
              <a:prstGeom prst="rect">
                <a:avLst/>
              </a:prstGeom>
              <a:blipFill>
                <a:blip r:embed="rId7"/>
                <a:stretch>
                  <a:fillRect l="-8824" t="-6667" r="-13235" b="-3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Connecteur droit avec flèche 168">
            <a:extLst>
              <a:ext uri="{FF2B5EF4-FFF2-40B4-BE49-F238E27FC236}">
                <a16:creationId xmlns:a16="http://schemas.microsoft.com/office/drawing/2014/main" id="{14F8557F-2E66-CB6A-5367-9B2B9EBCBEB5}"/>
              </a:ext>
            </a:extLst>
          </p:cNvPr>
          <p:cNvCxnSpPr>
            <a:cxnSpLocks/>
          </p:cNvCxnSpPr>
          <p:nvPr/>
        </p:nvCxnSpPr>
        <p:spPr>
          <a:xfrm>
            <a:off x="5301817" y="3816494"/>
            <a:ext cx="433993" cy="0"/>
          </a:xfrm>
          <a:prstGeom prst="straightConnector1">
            <a:avLst/>
          </a:prstGeom>
          <a:ln w="19050"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>
                <a:extLst>
                  <a:ext uri="{FF2B5EF4-FFF2-40B4-BE49-F238E27FC236}">
                    <a16:creationId xmlns:a16="http://schemas.microsoft.com/office/drawing/2014/main" id="{38770BA6-F93C-FD88-775B-DEE9B605C9E9}"/>
                  </a:ext>
                </a:extLst>
              </p:cNvPr>
              <p:cNvSpPr txBox="1"/>
              <p:nvPr/>
            </p:nvSpPr>
            <p:spPr>
              <a:xfrm>
                <a:off x="5448368" y="3649337"/>
                <a:ext cx="1300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0" name="ZoneTexte 169">
                <a:extLst>
                  <a:ext uri="{FF2B5EF4-FFF2-40B4-BE49-F238E27FC236}">
                    <a16:creationId xmlns:a16="http://schemas.microsoft.com/office/drawing/2014/main" id="{CDAC5CA1-FF94-6941-05F3-AEC0348CD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68" y="3649337"/>
                <a:ext cx="130036" cy="184666"/>
              </a:xfrm>
              <a:prstGeom prst="rect">
                <a:avLst/>
              </a:prstGeom>
              <a:blipFill>
                <a:blip r:embed="rId10"/>
                <a:stretch>
                  <a:fillRect l="-42857" r="-85714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ZoneTexte 171">
                <a:extLst>
                  <a:ext uri="{FF2B5EF4-FFF2-40B4-BE49-F238E27FC236}">
                    <a16:creationId xmlns:a16="http://schemas.microsoft.com/office/drawing/2014/main" id="{15620CB9-F702-F9FF-93BA-51167E11F203}"/>
                  </a:ext>
                </a:extLst>
              </p:cNvPr>
              <p:cNvSpPr txBox="1"/>
              <p:nvPr/>
            </p:nvSpPr>
            <p:spPr>
              <a:xfrm>
                <a:off x="8259792" y="3246354"/>
                <a:ext cx="999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2" name="ZoneTexte 171">
                <a:extLst>
                  <a:ext uri="{FF2B5EF4-FFF2-40B4-BE49-F238E27FC236}">
                    <a16:creationId xmlns:a16="http://schemas.microsoft.com/office/drawing/2014/main" id="{C738244D-511B-9F48-FA49-7CB61C94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792" y="3246354"/>
                <a:ext cx="99963" cy="184666"/>
              </a:xfrm>
              <a:prstGeom prst="rect">
                <a:avLst/>
              </a:prstGeom>
              <a:blipFill>
                <a:blip r:embed="rId11"/>
                <a:stretch>
                  <a:fillRect l="-31250" r="-31250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6E8AA06A-57B0-FF5C-CF0F-82AB119F55C4}"/>
                  </a:ext>
                </a:extLst>
              </p:cNvPr>
              <p:cNvSpPr txBox="1"/>
              <p:nvPr/>
            </p:nvSpPr>
            <p:spPr>
              <a:xfrm>
                <a:off x="8263761" y="4400779"/>
                <a:ext cx="999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3B4793B4-5A8D-D888-2608-C488E0D7C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761" y="4400779"/>
                <a:ext cx="99963" cy="184666"/>
              </a:xfrm>
              <a:prstGeom prst="rect">
                <a:avLst/>
              </a:prstGeom>
              <a:blipFill>
                <a:blip r:embed="rId11"/>
                <a:stretch>
                  <a:fillRect l="-31250" r="-31250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>
            <a:extLst>
              <a:ext uri="{FF2B5EF4-FFF2-40B4-BE49-F238E27FC236}">
                <a16:creationId xmlns:a16="http://schemas.microsoft.com/office/drawing/2014/main" id="{C3A6A614-A65B-9B9D-5296-DE8E903F014A}"/>
              </a:ext>
            </a:extLst>
          </p:cNvPr>
          <p:cNvGrpSpPr/>
          <p:nvPr/>
        </p:nvGrpSpPr>
        <p:grpSpPr>
          <a:xfrm>
            <a:off x="4096275" y="5115599"/>
            <a:ext cx="4160333" cy="1096252"/>
            <a:chOff x="4096275" y="5115599"/>
            <a:chExt cx="4160333" cy="1096252"/>
          </a:xfrm>
        </p:grpSpPr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EFFA73C6-0D8F-BAD4-2B9A-8F55C0F3B889}"/>
                </a:ext>
              </a:extLst>
            </p:cNvPr>
            <p:cNvGrpSpPr/>
            <p:nvPr/>
          </p:nvGrpSpPr>
          <p:grpSpPr>
            <a:xfrm>
              <a:off x="4555276" y="5232137"/>
              <a:ext cx="3606451" cy="979714"/>
              <a:chOff x="326571" y="1730829"/>
              <a:chExt cx="3606451" cy="979714"/>
            </a:xfrm>
          </p:grpSpPr>
          <p:cxnSp>
            <p:nvCxnSpPr>
              <p:cNvPr id="133" name="Connecteur droit avec flèche 132">
                <a:extLst>
                  <a:ext uri="{FF2B5EF4-FFF2-40B4-BE49-F238E27FC236}">
                    <a16:creationId xmlns:a16="http://schemas.microsoft.com/office/drawing/2014/main" id="{8310076E-A705-614A-54E6-10E84E1F5A27}"/>
                  </a:ext>
                </a:extLst>
              </p:cNvPr>
              <p:cNvCxnSpPr/>
              <p:nvPr/>
            </p:nvCxnSpPr>
            <p:spPr>
              <a:xfrm flipV="1">
                <a:off x="326571" y="1730829"/>
                <a:ext cx="0" cy="979714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necteur droit avec flèche 133">
                <a:extLst>
                  <a:ext uri="{FF2B5EF4-FFF2-40B4-BE49-F238E27FC236}">
                    <a16:creationId xmlns:a16="http://schemas.microsoft.com/office/drawing/2014/main" id="{7C49FEC9-8612-84BF-2264-468D93B21B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571" y="2710543"/>
                <a:ext cx="3606451" cy="0"/>
              </a:xfrm>
              <a:prstGeom prst="straightConnector1">
                <a:avLst/>
              </a:prstGeom>
              <a:ln w="28575">
                <a:solidFill>
                  <a:srgbClr val="00547F"/>
                </a:solidFill>
                <a:headEnd type="none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ZoneTexte 134">
                  <a:extLst>
                    <a:ext uri="{FF2B5EF4-FFF2-40B4-BE49-F238E27FC236}">
                      <a16:creationId xmlns:a16="http://schemas.microsoft.com/office/drawing/2014/main" id="{18D1C44A-B943-9D51-103F-0F8F6AD8FE4F}"/>
                    </a:ext>
                  </a:extLst>
                </p:cNvPr>
                <p:cNvSpPr txBox="1"/>
                <p:nvPr/>
              </p:nvSpPr>
              <p:spPr>
                <a:xfrm>
                  <a:off x="4096275" y="5232137"/>
                  <a:ext cx="41460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5" name="ZoneTexte 134">
                  <a:extLst>
                    <a:ext uri="{FF2B5EF4-FFF2-40B4-BE49-F238E27FC236}">
                      <a16:creationId xmlns:a16="http://schemas.microsoft.com/office/drawing/2014/main" id="{18D1C44A-B943-9D51-103F-0F8F6AD8F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275" y="5232137"/>
                  <a:ext cx="414601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8824" t="-3226" r="-11765" b="-3548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3" name="Groupe 162">
              <a:extLst>
                <a:ext uri="{FF2B5EF4-FFF2-40B4-BE49-F238E27FC236}">
                  <a16:creationId xmlns:a16="http://schemas.microsoft.com/office/drawing/2014/main" id="{03ADFCFD-0479-6BFB-3AB1-DE1200699C6F}"/>
                </a:ext>
              </a:extLst>
            </p:cNvPr>
            <p:cNvGrpSpPr/>
            <p:nvPr/>
          </p:nvGrpSpPr>
          <p:grpSpPr>
            <a:xfrm flipV="1">
              <a:off x="4555276" y="5496377"/>
              <a:ext cx="3229556" cy="715474"/>
              <a:chOff x="4658421" y="4989614"/>
              <a:chExt cx="3229556" cy="715474"/>
            </a:xfrm>
          </p:grpSpPr>
          <p:grpSp>
            <p:nvGrpSpPr>
              <p:cNvPr id="136" name="Groupe 135">
                <a:extLst>
                  <a:ext uri="{FF2B5EF4-FFF2-40B4-BE49-F238E27FC236}">
                    <a16:creationId xmlns:a16="http://schemas.microsoft.com/office/drawing/2014/main" id="{F25A274D-68BB-B748-AE4C-EEA77A63FAF8}"/>
                  </a:ext>
                </a:extLst>
              </p:cNvPr>
              <p:cNvGrpSpPr/>
              <p:nvPr/>
            </p:nvGrpSpPr>
            <p:grpSpPr>
              <a:xfrm>
                <a:off x="4658421" y="4989614"/>
                <a:ext cx="648000" cy="715474"/>
                <a:chOff x="4658421" y="3869971"/>
                <a:chExt cx="648000" cy="715474"/>
              </a:xfrm>
            </p:grpSpPr>
            <p:cxnSp>
              <p:nvCxnSpPr>
                <p:cNvPr id="137" name="Connecteur droit avec flèche 136">
                  <a:extLst>
                    <a:ext uri="{FF2B5EF4-FFF2-40B4-BE49-F238E27FC236}">
                      <a16:creationId xmlns:a16="http://schemas.microsoft.com/office/drawing/2014/main" id="{3B66624D-F393-47DC-93CB-AE22459852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8421" y="3869971"/>
                  <a:ext cx="432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Connecteur droit avec flèche 137">
                  <a:extLst>
                    <a:ext uri="{FF2B5EF4-FFF2-40B4-BE49-F238E27FC236}">
                      <a16:creationId xmlns:a16="http://schemas.microsoft.com/office/drawing/2014/main" id="{E9E77251-207B-2A1C-32A6-689D0D236F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Connecteur droit avec flèche 138">
                  <a:extLst>
                    <a:ext uri="{FF2B5EF4-FFF2-40B4-BE49-F238E27FC236}">
                      <a16:creationId xmlns:a16="http://schemas.microsoft.com/office/drawing/2014/main" id="{3085258B-4236-C844-E404-36AC532777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4585445"/>
                  <a:ext cx="216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Connecteur droit avec flèche 139">
                  <a:extLst>
                    <a:ext uri="{FF2B5EF4-FFF2-40B4-BE49-F238E27FC236}">
                      <a16:creationId xmlns:a16="http://schemas.microsoft.com/office/drawing/2014/main" id="{C7C2728F-C7A3-5432-FDD1-0E91F025B7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6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Groupe 140">
                <a:extLst>
                  <a:ext uri="{FF2B5EF4-FFF2-40B4-BE49-F238E27FC236}">
                    <a16:creationId xmlns:a16="http://schemas.microsoft.com/office/drawing/2014/main" id="{2555494A-78AC-9E7B-6B3B-12492A68C360}"/>
                  </a:ext>
                </a:extLst>
              </p:cNvPr>
              <p:cNvGrpSpPr/>
              <p:nvPr/>
            </p:nvGrpSpPr>
            <p:grpSpPr>
              <a:xfrm>
                <a:off x="5303810" y="4989614"/>
                <a:ext cx="648000" cy="715474"/>
                <a:chOff x="4658421" y="3869971"/>
                <a:chExt cx="648000" cy="715474"/>
              </a:xfrm>
            </p:grpSpPr>
            <p:cxnSp>
              <p:nvCxnSpPr>
                <p:cNvPr id="142" name="Connecteur droit avec flèche 141">
                  <a:extLst>
                    <a:ext uri="{FF2B5EF4-FFF2-40B4-BE49-F238E27FC236}">
                      <a16:creationId xmlns:a16="http://schemas.microsoft.com/office/drawing/2014/main" id="{02E3EABA-D8EF-688F-7025-45C5225265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8421" y="3869971"/>
                  <a:ext cx="432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Connecteur droit avec flèche 142">
                  <a:extLst>
                    <a:ext uri="{FF2B5EF4-FFF2-40B4-BE49-F238E27FC236}">
                      <a16:creationId xmlns:a16="http://schemas.microsoft.com/office/drawing/2014/main" id="{C436233C-292E-48FE-813A-1FCC21E2F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Connecteur droit avec flèche 143">
                  <a:extLst>
                    <a:ext uri="{FF2B5EF4-FFF2-40B4-BE49-F238E27FC236}">
                      <a16:creationId xmlns:a16="http://schemas.microsoft.com/office/drawing/2014/main" id="{7E58944D-C53B-8F4F-4652-805B993FC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4585445"/>
                  <a:ext cx="216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Connecteur droit avec flèche 144">
                  <a:extLst>
                    <a:ext uri="{FF2B5EF4-FFF2-40B4-BE49-F238E27FC236}">
                      <a16:creationId xmlns:a16="http://schemas.microsoft.com/office/drawing/2014/main" id="{1988929A-FF33-E15D-CE60-3C695F1D25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6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e 145">
                <a:extLst>
                  <a:ext uri="{FF2B5EF4-FFF2-40B4-BE49-F238E27FC236}">
                    <a16:creationId xmlns:a16="http://schemas.microsoft.com/office/drawing/2014/main" id="{18EF7305-0A60-3CD5-6999-714013FC5846}"/>
                  </a:ext>
                </a:extLst>
              </p:cNvPr>
              <p:cNvGrpSpPr/>
              <p:nvPr/>
            </p:nvGrpSpPr>
            <p:grpSpPr>
              <a:xfrm>
                <a:off x="5949199" y="4989614"/>
                <a:ext cx="648000" cy="715474"/>
                <a:chOff x="4658421" y="3869971"/>
                <a:chExt cx="648000" cy="715474"/>
              </a:xfrm>
            </p:grpSpPr>
            <p:cxnSp>
              <p:nvCxnSpPr>
                <p:cNvPr id="147" name="Connecteur droit avec flèche 146">
                  <a:extLst>
                    <a:ext uri="{FF2B5EF4-FFF2-40B4-BE49-F238E27FC236}">
                      <a16:creationId xmlns:a16="http://schemas.microsoft.com/office/drawing/2014/main" id="{27E80777-4BE9-8846-AB34-4DF8163A0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8421" y="3869971"/>
                  <a:ext cx="432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Connecteur droit avec flèche 147">
                  <a:extLst>
                    <a:ext uri="{FF2B5EF4-FFF2-40B4-BE49-F238E27FC236}">
                      <a16:creationId xmlns:a16="http://schemas.microsoft.com/office/drawing/2014/main" id="{1120ADD9-D6BD-1325-6EB0-182F4956D6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Connecteur droit avec flèche 148">
                  <a:extLst>
                    <a:ext uri="{FF2B5EF4-FFF2-40B4-BE49-F238E27FC236}">
                      <a16:creationId xmlns:a16="http://schemas.microsoft.com/office/drawing/2014/main" id="{3A1C5BFA-7E09-E77B-BE39-DF9BB5A97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4585445"/>
                  <a:ext cx="216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Connecteur droit avec flèche 149">
                  <a:extLst>
                    <a:ext uri="{FF2B5EF4-FFF2-40B4-BE49-F238E27FC236}">
                      <a16:creationId xmlns:a16="http://schemas.microsoft.com/office/drawing/2014/main" id="{B8AB4E11-1B10-CAF1-8E8A-4F1DBC2A97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6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" name="Groupe 150">
                <a:extLst>
                  <a:ext uri="{FF2B5EF4-FFF2-40B4-BE49-F238E27FC236}">
                    <a16:creationId xmlns:a16="http://schemas.microsoft.com/office/drawing/2014/main" id="{0131E0C6-A8E7-22F4-2109-F73A3628A416}"/>
                  </a:ext>
                </a:extLst>
              </p:cNvPr>
              <p:cNvGrpSpPr/>
              <p:nvPr/>
            </p:nvGrpSpPr>
            <p:grpSpPr>
              <a:xfrm>
                <a:off x="6594588" y="4989614"/>
                <a:ext cx="648000" cy="715474"/>
                <a:chOff x="4658421" y="3869971"/>
                <a:chExt cx="648000" cy="715474"/>
              </a:xfrm>
            </p:grpSpPr>
            <p:cxnSp>
              <p:nvCxnSpPr>
                <p:cNvPr id="152" name="Connecteur droit avec flèche 151">
                  <a:extLst>
                    <a:ext uri="{FF2B5EF4-FFF2-40B4-BE49-F238E27FC236}">
                      <a16:creationId xmlns:a16="http://schemas.microsoft.com/office/drawing/2014/main" id="{38340030-B426-BA08-27B0-57E974051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8421" y="3869971"/>
                  <a:ext cx="432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Connecteur droit avec flèche 152">
                  <a:extLst>
                    <a:ext uri="{FF2B5EF4-FFF2-40B4-BE49-F238E27FC236}">
                      <a16:creationId xmlns:a16="http://schemas.microsoft.com/office/drawing/2014/main" id="{EE2246F6-1688-3132-4E4E-DD648A96C1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Connecteur droit avec flèche 153">
                  <a:extLst>
                    <a:ext uri="{FF2B5EF4-FFF2-40B4-BE49-F238E27FC236}">
                      <a16:creationId xmlns:a16="http://schemas.microsoft.com/office/drawing/2014/main" id="{5863889C-1D53-8E9A-47EB-E117578F0A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4585445"/>
                  <a:ext cx="216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Connecteur droit avec flèche 154">
                  <a:extLst>
                    <a:ext uri="{FF2B5EF4-FFF2-40B4-BE49-F238E27FC236}">
                      <a16:creationId xmlns:a16="http://schemas.microsoft.com/office/drawing/2014/main" id="{4A2F713D-4DD5-E942-199A-4B751A9F76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6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6" name="Groupe 155">
                <a:extLst>
                  <a:ext uri="{FF2B5EF4-FFF2-40B4-BE49-F238E27FC236}">
                    <a16:creationId xmlns:a16="http://schemas.microsoft.com/office/drawing/2014/main" id="{E7AE1D1B-BAD6-85AE-03E5-46382687C532}"/>
                  </a:ext>
                </a:extLst>
              </p:cNvPr>
              <p:cNvGrpSpPr/>
              <p:nvPr/>
            </p:nvGrpSpPr>
            <p:grpSpPr>
              <a:xfrm>
                <a:off x="7239977" y="4989614"/>
                <a:ext cx="648000" cy="715474"/>
                <a:chOff x="4658421" y="3869971"/>
                <a:chExt cx="648000" cy="715474"/>
              </a:xfrm>
            </p:grpSpPr>
            <p:cxnSp>
              <p:nvCxnSpPr>
                <p:cNvPr id="157" name="Connecteur droit avec flèche 156">
                  <a:extLst>
                    <a:ext uri="{FF2B5EF4-FFF2-40B4-BE49-F238E27FC236}">
                      <a16:creationId xmlns:a16="http://schemas.microsoft.com/office/drawing/2014/main" id="{A9AE4E3C-DAEC-68BD-1BA0-D43E0E0A5C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8421" y="3869971"/>
                  <a:ext cx="432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Connecteur droit avec flèche 157">
                  <a:extLst>
                    <a:ext uri="{FF2B5EF4-FFF2-40B4-BE49-F238E27FC236}">
                      <a16:creationId xmlns:a16="http://schemas.microsoft.com/office/drawing/2014/main" id="{9FD354C3-38A5-9560-3895-5A05BE0B2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Connecteur droit avec flèche 158">
                  <a:extLst>
                    <a:ext uri="{FF2B5EF4-FFF2-40B4-BE49-F238E27FC236}">
                      <a16:creationId xmlns:a16="http://schemas.microsoft.com/office/drawing/2014/main" id="{411DC00A-0EED-863D-38EF-711C0FCAEA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421" y="4585445"/>
                  <a:ext cx="216000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Connecteur droit avec flèche 159">
                  <a:extLst>
                    <a:ext uri="{FF2B5EF4-FFF2-40B4-BE49-F238E27FC236}">
                      <a16:creationId xmlns:a16="http://schemas.microsoft.com/office/drawing/2014/main" id="{6F89B913-820E-ACF2-CDAB-814C3E3CC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6421" y="3869971"/>
                  <a:ext cx="0" cy="71547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none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4" name="Connecteur droit avec flèche 163">
              <a:extLst>
                <a:ext uri="{FF2B5EF4-FFF2-40B4-BE49-F238E27FC236}">
                  <a16:creationId xmlns:a16="http://schemas.microsoft.com/office/drawing/2014/main" id="{13E803D0-E9DF-2204-6419-6D28856A88B9}"/>
                </a:ext>
              </a:extLst>
            </p:cNvPr>
            <p:cNvCxnSpPr>
              <a:cxnSpLocks/>
            </p:cNvCxnSpPr>
            <p:nvPr/>
          </p:nvCxnSpPr>
          <p:spPr>
            <a:xfrm>
              <a:off x="5200665" y="5279581"/>
              <a:ext cx="645389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ZoneTexte 167">
                  <a:extLst>
                    <a:ext uri="{FF2B5EF4-FFF2-40B4-BE49-F238E27FC236}">
                      <a16:creationId xmlns:a16="http://schemas.microsoft.com/office/drawing/2014/main" id="{3518663B-3B1E-F097-A6BB-FF3711883FA8}"/>
                    </a:ext>
                  </a:extLst>
                </p:cNvPr>
                <p:cNvSpPr txBox="1"/>
                <p:nvPr/>
              </p:nvSpPr>
              <p:spPr>
                <a:xfrm>
                  <a:off x="5458341" y="5115599"/>
                  <a:ext cx="13003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68" name="ZoneTexte 167">
                  <a:extLst>
                    <a:ext uri="{FF2B5EF4-FFF2-40B4-BE49-F238E27FC236}">
                      <a16:creationId xmlns:a16="http://schemas.microsoft.com/office/drawing/2014/main" id="{3518663B-3B1E-F097-A6BB-FF3711883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341" y="5115599"/>
                  <a:ext cx="130036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27273" r="-22727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ZoneTexte 173">
                  <a:extLst>
                    <a:ext uri="{FF2B5EF4-FFF2-40B4-BE49-F238E27FC236}">
                      <a16:creationId xmlns:a16="http://schemas.microsoft.com/office/drawing/2014/main" id="{14310797-2D9B-01EE-3053-ECB9A48F38F4}"/>
                    </a:ext>
                  </a:extLst>
                </p:cNvPr>
                <p:cNvSpPr txBox="1"/>
                <p:nvPr/>
              </p:nvSpPr>
              <p:spPr>
                <a:xfrm>
                  <a:off x="8156645" y="6024478"/>
                  <a:ext cx="9996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74" name="ZoneTexte 173">
                  <a:extLst>
                    <a:ext uri="{FF2B5EF4-FFF2-40B4-BE49-F238E27FC236}">
                      <a16:creationId xmlns:a16="http://schemas.microsoft.com/office/drawing/2014/main" id="{14310797-2D9B-01EE-3053-ECB9A48F38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645" y="6024478"/>
                  <a:ext cx="99963" cy="184666"/>
                </a:xfrm>
                <a:prstGeom prst="rect">
                  <a:avLst/>
                </a:prstGeom>
                <a:blipFill>
                  <a:blip r:embed="rId14"/>
                  <a:stretch>
                    <a:fillRect l="-31250" r="-312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96282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07B6BA-62AE-70F7-6190-DE2DA4BE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C2178-4351-F7DD-8301-7849D6470646}"/>
              </a:ext>
            </a:extLst>
          </p:cNvPr>
          <p:cNvSpPr/>
          <p:nvPr/>
        </p:nvSpPr>
        <p:spPr>
          <a:xfrm>
            <a:off x="2506131" y="2925000"/>
            <a:ext cx="2340000" cy="1008000"/>
          </a:xfrm>
          <a:prstGeom prst="rect">
            <a:avLst/>
          </a:prstGeom>
          <a:solidFill>
            <a:srgbClr val="FFB9B9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Distribuer – Moduler 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Hacheur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FB786EE-D37D-E6D0-6ADE-24E28D528283}"/>
              </a:ext>
            </a:extLst>
          </p:cNvPr>
          <p:cNvCxnSpPr>
            <a:cxnSpLocks/>
          </p:cNvCxnSpPr>
          <p:nvPr/>
        </p:nvCxnSpPr>
        <p:spPr>
          <a:xfrm>
            <a:off x="1775637" y="3429000"/>
            <a:ext cx="730494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0BE5794-8346-2403-5C5E-8D655AAEB5A9}"/>
              </a:ext>
            </a:extLst>
          </p:cNvPr>
          <p:cNvCxnSpPr>
            <a:cxnSpLocks/>
          </p:cNvCxnSpPr>
          <p:nvPr/>
        </p:nvCxnSpPr>
        <p:spPr>
          <a:xfrm>
            <a:off x="4846131" y="3429000"/>
            <a:ext cx="1820483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830220E-2E7A-197B-5075-F5B169F6A4B3}"/>
              </a:ext>
            </a:extLst>
          </p:cNvPr>
          <p:cNvCxnSpPr>
            <a:cxnSpLocks/>
          </p:cNvCxnSpPr>
          <p:nvPr/>
        </p:nvCxnSpPr>
        <p:spPr>
          <a:xfrm rot="5400000">
            <a:off x="3323361" y="2559753"/>
            <a:ext cx="730494" cy="0"/>
          </a:xfrm>
          <a:prstGeom prst="straightConnector1">
            <a:avLst/>
          </a:prstGeom>
          <a:ln w="28575">
            <a:solidFill>
              <a:srgbClr val="00547F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494962B7-E7A7-F7C1-5A3F-601BBE61C2FC}"/>
              </a:ext>
            </a:extLst>
          </p:cNvPr>
          <p:cNvSpPr txBox="1"/>
          <p:nvPr/>
        </p:nvSpPr>
        <p:spPr>
          <a:xfrm>
            <a:off x="1578784" y="3105834"/>
            <a:ext cx="108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24 V continu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A83515F-8E1D-91CE-6B9B-823E73587D3E}"/>
              </a:ext>
            </a:extLst>
          </p:cNvPr>
          <p:cNvSpPr txBox="1"/>
          <p:nvPr/>
        </p:nvSpPr>
        <p:spPr>
          <a:xfrm>
            <a:off x="4744974" y="3105833"/>
            <a:ext cx="1772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 [ – 24 V, + 24 V]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8CE5F90-4439-9546-37EC-7792AF98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04" y="2332184"/>
            <a:ext cx="1237621" cy="36933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E906A2E-ABA8-4708-6FFC-346E3FE92CD7}"/>
              </a:ext>
            </a:extLst>
          </p:cNvPr>
          <p:cNvSpPr txBox="1"/>
          <p:nvPr/>
        </p:nvSpPr>
        <p:spPr>
          <a:xfrm>
            <a:off x="2977134" y="2282754"/>
            <a:ext cx="853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MLI </a:t>
            </a:r>
          </a:p>
          <a:p>
            <a:pPr algn="ctr"/>
            <a:r>
              <a:rPr lang="fr-FR" sz="1200" dirty="0"/>
              <a:t>(</a:t>
            </a:r>
            <a:r>
              <a:rPr lang="fr-FR" sz="1200" i="1" dirty="0"/>
              <a:t>PWM</a:t>
            </a:r>
            <a:r>
              <a:rPr lang="fr-F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5144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9B18D-3696-9227-D7F6-BFD0E1A3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capture d’écran, graphisme, Modélisation 3D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4F62FE59-3BC8-B692-C1E4-8DB2D128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67" y="2913909"/>
            <a:ext cx="2780665" cy="1605915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81325DDD-53C7-23A1-CBF9-4A5655496638}"/>
              </a:ext>
            </a:extLst>
          </p:cNvPr>
          <p:cNvCxnSpPr>
            <a:cxnSpLocks/>
          </p:cNvCxnSpPr>
          <p:nvPr/>
        </p:nvCxnSpPr>
        <p:spPr>
          <a:xfrm>
            <a:off x="1456267" y="2709332"/>
            <a:ext cx="0" cy="719668"/>
          </a:xfrm>
          <a:prstGeom prst="straightConnector1">
            <a:avLst/>
          </a:prstGeom>
          <a:ln w="3810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48C9BAB-3C72-E781-3AD3-E6EEEF234E0E}"/>
              </a:ext>
            </a:extLst>
          </p:cNvPr>
          <p:cNvCxnSpPr>
            <a:cxnSpLocks/>
          </p:cNvCxnSpPr>
          <p:nvPr/>
        </p:nvCxnSpPr>
        <p:spPr>
          <a:xfrm>
            <a:off x="3420534" y="2709332"/>
            <a:ext cx="0" cy="613834"/>
          </a:xfrm>
          <a:prstGeom prst="straightConnector1">
            <a:avLst/>
          </a:prstGeom>
          <a:ln w="3810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BF66401-99E0-28C0-1283-799156380926}"/>
              </a:ext>
            </a:extLst>
          </p:cNvPr>
          <p:cNvCxnSpPr>
            <a:cxnSpLocks/>
          </p:cNvCxnSpPr>
          <p:nvPr/>
        </p:nvCxnSpPr>
        <p:spPr>
          <a:xfrm>
            <a:off x="1456267" y="2709332"/>
            <a:ext cx="2766483" cy="0"/>
          </a:xfrm>
          <a:prstGeom prst="straightConnector1">
            <a:avLst/>
          </a:prstGeom>
          <a:ln w="381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73EAFA-6859-68C3-AB0D-9D8AFC88FE6D}"/>
              </a:ext>
            </a:extLst>
          </p:cNvPr>
          <p:cNvCxnSpPr>
            <a:cxnSpLocks/>
          </p:cNvCxnSpPr>
          <p:nvPr/>
        </p:nvCxnSpPr>
        <p:spPr>
          <a:xfrm flipV="1">
            <a:off x="2131484" y="3831158"/>
            <a:ext cx="0" cy="1414522"/>
          </a:xfrm>
          <a:prstGeom prst="straightConnector1">
            <a:avLst/>
          </a:prstGeom>
          <a:ln w="3810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B75468C-E6E6-72FC-6B6F-C719C35F9A28}"/>
              </a:ext>
            </a:extLst>
          </p:cNvPr>
          <p:cNvCxnSpPr>
            <a:cxnSpLocks/>
          </p:cNvCxnSpPr>
          <p:nvPr/>
        </p:nvCxnSpPr>
        <p:spPr>
          <a:xfrm flipV="1">
            <a:off x="2908301" y="4368798"/>
            <a:ext cx="0" cy="507549"/>
          </a:xfrm>
          <a:prstGeom prst="straightConnector1">
            <a:avLst/>
          </a:prstGeom>
          <a:ln w="3810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AD1D158-EB9F-CC61-4EAD-9926475B5B0F}"/>
              </a:ext>
            </a:extLst>
          </p:cNvPr>
          <p:cNvCxnSpPr>
            <a:cxnSpLocks/>
          </p:cNvCxnSpPr>
          <p:nvPr/>
        </p:nvCxnSpPr>
        <p:spPr>
          <a:xfrm flipV="1">
            <a:off x="3175002" y="4199462"/>
            <a:ext cx="0" cy="333059"/>
          </a:xfrm>
          <a:prstGeom prst="straightConnector1">
            <a:avLst/>
          </a:prstGeom>
          <a:ln w="3810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4B1B9820-05EC-D4DB-B9B7-9DF32D38F20E}"/>
              </a:ext>
            </a:extLst>
          </p:cNvPr>
          <p:cNvCxnSpPr>
            <a:cxnSpLocks/>
          </p:cNvCxnSpPr>
          <p:nvPr/>
        </p:nvCxnSpPr>
        <p:spPr>
          <a:xfrm>
            <a:off x="3175002" y="4532521"/>
            <a:ext cx="1047748" cy="0"/>
          </a:xfrm>
          <a:prstGeom prst="straightConnector1">
            <a:avLst/>
          </a:prstGeom>
          <a:ln w="381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4E7324D8-5A54-ED77-0FC6-4DE8C2FBF7A6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2908301" y="4876347"/>
            <a:ext cx="1310219" cy="1"/>
          </a:xfrm>
          <a:prstGeom prst="straightConnector1">
            <a:avLst/>
          </a:prstGeom>
          <a:ln w="381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91794F32-8605-7441-8F5F-C3DC9A78AE8A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2131484" y="5245680"/>
            <a:ext cx="2087035" cy="0"/>
          </a:xfrm>
          <a:prstGeom prst="straightConnector1">
            <a:avLst/>
          </a:prstGeom>
          <a:ln w="381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586CB134-9DD7-6FF3-A625-096F02980E73}"/>
              </a:ext>
            </a:extLst>
          </p:cNvPr>
          <p:cNvSpPr txBox="1"/>
          <p:nvPr/>
        </p:nvSpPr>
        <p:spPr>
          <a:xfrm>
            <a:off x="4236932" y="2553398"/>
            <a:ext cx="1772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Stator – Aimants permanents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CE2984E-4D93-2489-3EBB-553698577017}"/>
              </a:ext>
            </a:extLst>
          </p:cNvPr>
          <p:cNvSpPr txBox="1"/>
          <p:nvPr/>
        </p:nvSpPr>
        <p:spPr>
          <a:xfrm>
            <a:off x="4218520" y="4361818"/>
            <a:ext cx="1772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Balais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51DEFB2-F68A-8BF0-8C0C-E1153D15C556}"/>
              </a:ext>
            </a:extLst>
          </p:cNvPr>
          <p:cNvSpPr txBox="1"/>
          <p:nvPr/>
        </p:nvSpPr>
        <p:spPr>
          <a:xfrm>
            <a:off x="4218520" y="4691682"/>
            <a:ext cx="1772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Collecteur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A7A53A2-22BC-67B2-CBA4-9D3304BBCC25}"/>
              </a:ext>
            </a:extLst>
          </p:cNvPr>
          <p:cNvSpPr txBox="1"/>
          <p:nvPr/>
        </p:nvSpPr>
        <p:spPr>
          <a:xfrm>
            <a:off x="4218519" y="5061014"/>
            <a:ext cx="262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Rotor – Bobine tournante</a:t>
            </a:r>
          </a:p>
        </p:txBody>
      </p:sp>
    </p:spTree>
    <p:extLst>
      <p:ext uri="{BB962C8B-B14F-4D97-AF65-F5344CB8AC3E}">
        <p14:creationId xmlns:p14="http://schemas.microsoft.com/office/powerpoint/2010/main" val="2427288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7CFD38A-3CE5-59D3-79CC-7F5337BFA31E}"/>
              </a:ext>
            </a:extLst>
          </p:cNvPr>
          <p:cNvSpPr/>
          <p:nvPr/>
        </p:nvSpPr>
        <p:spPr>
          <a:xfrm>
            <a:off x="4020872" y="3178179"/>
            <a:ext cx="180000" cy="17208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EEF8F5D-BF48-4B77-3BFA-15A0C6928AC9}"/>
              </a:ext>
            </a:extLst>
          </p:cNvPr>
          <p:cNvSpPr/>
          <p:nvPr/>
        </p:nvSpPr>
        <p:spPr>
          <a:xfrm>
            <a:off x="3355306" y="3284388"/>
            <a:ext cx="1511132" cy="151113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232142-E71C-95C1-E0AD-2F12C01CD0FC}"/>
              </a:ext>
            </a:extLst>
          </p:cNvPr>
          <p:cNvSpPr/>
          <p:nvPr/>
        </p:nvSpPr>
        <p:spPr>
          <a:xfrm>
            <a:off x="4020872" y="3941906"/>
            <a:ext cx="18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D3ED757-EDE5-A349-8A9B-F03C115F914B}"/>
              </a:ext>
            </a:extLst>
          </p:cNvPr>
          <p:cNvGrpSpPr/>
          <p:nvPr/>
        </p:nvGrpSpPr>
        <p:grpSpPr>
          <a:xfrm>
            <a:off x="3930872" y="4545066"/>
            <a:ext cx="360000" cy="65546"/>
            <a:chOff x="3930872" y="4545066"/>
            <a:chExt cx="360000" cy="65546"/>
          </a:xfrm>
        </p:grpSpPr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B003CC26-400E-F092-2EB9-9FE284E5EC19}"/>
                </a:ext>
              </a:extLst>
            </p:cNvPr>
            <p:cNvCxnSpPr>
              <a:cxnSpLocks/>
            </p:cNvCxnSpPr>
            <p:nvPr/>
          </p:nvCxnSpPr>
          <p:spPr>
            <a:xfrm>
              <a:off x="3930872" y="4545066"/>
              <a:ext cx="360000" cy="0"/>
            </a:xfrm>
            <a:prstGeom prst="lin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8B35D299-7719-7BB5-0FC7-BE3F39DF21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0872" y="4610612"/>
              <a:ext cx="180000" cy="0"/>
            </a:xfrm>
            <a:prstGeom prst="lin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CA2F480-84C8-5BA4-D287-ECCE2C88CD2F}"/>
              </a:ext>
            </a:extLst>
          </p:cNvPr>
          <p:cNvCxnSpPr>
            <a:cxnSpLocks/>
          </p:cNvCxnSpPr>
          <p:nvPr/>
        </p:nvCxnSpPr>
        <p:spPr>
          <a:xfrm>
            <a:off x="4110872" y="3761906"/>
            <a:ext cx="0" cy="18000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DD5E8E0-0BDC-7085-EC51-5C7E0A02820C}"/>
              </a:ext>
            </a:extLst>
          </p:cNvPr>
          <p:cNvGrpSpPr/>
          <p:nvPr/>
        </p:nvGrpSpPr>
        <p:grpSpPr>
          <a:xfrm rot="5400000">
            <a:off x="3935376" y="3527906"/>
            <a:ext cx="360000" cy="108000"/>
            <a:chOff x="3265586" y="4301906"/>
            <a:chExt cx="720000" cy="180000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A0B86AF-1A9D-CFAF-764B-CA8CED5D044A}"/>
                </a:ext>
              </a:extLst>
            </p:cNvPr>
            <p:cNvSpPr/>
            <p:nvPr/>
          </p:nvSpPr>
          <p:spPr>
            <a:xfrm>
              <a:off x="3265586" y="4301906"/>
              <a:ext cx="180000" cy="180000"/>
            </a:xfrm>
            <a:prstGeom prst="arc">
              <a:avLst>
                <a:gd name="adj1" fmla="val 10831576"/>
                <a:gd name="adj2" fmla="val 0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lt1"/>
                </a:solidFill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CAE630E1-F5D8-17E2-8437-24FA6E6A38C4}"/>
                </a:ext>
              </a:extLst>
            </p:cNvPr>
            <p:cNvSpPr/>
            <p:nvPr/>
          </p:nvSpPr>
          <p:spPr>
            <a:xfrm>
              <a:off x="3445586" y="4301906"/>
              <a:ext cx="180000" cy="180000"/>
            </a:xfrm>
            <a:prstGeom prst="arc">
              <a:avLst>
                <a:gd name="adj1" fmla="val 10831576"/>
                <a:gd name="adj2" fmla="val 0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lt1"/>
                </a:solidFill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F7FDDE88-3D25-F04C-C1F3-E24068E16C7A}"/>
                </a:ext>
              </a:extLst>
            </p:cNvPr>
            <p:cNvSpPr/>
            <p:nvPr/>
          </p:nvSpPr>
          <p:spPr>
            <a:xfrm>
              <a:off x="3625586" y="4301906"/>
              <a:ext cx="180000" cy="180000"/>
            </a:xfrm>
            <a:prstGeom prst="arc">
              <a:avLst>
                <a:gd name="adj1" fmla="val 10831576"/>
                <a:gd name="adj2" fmla="val 0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lt1"/>
                </a:solidFill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4542B955-52FA-87AB-84CA-26BD98A7275A}"/>
                </a:ext>
              </a:extLst>
            </p:cNvPr>
            <p:cNvSpPr/>
            <p:nvPr/>
          </p:nvSpPr>
          <p:spPr>
            <a:xfrm>
              <a:off x="3805586" y="4301906"/>
              <a:ext cx="180000" cy="180000"/>
            </a:xfrm>
            <a:prstGeom prst="arc">
              <a:avLst>
                <a:gd name="adj1" fmla="val 10831576"/>
                <a:gd name="adj2" fmla="val 0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lt1"/>
                </a:solidFill>
              </a:endParaRPr>
            </a:p>
          </p:txBody>
        </p:sp>
      </p:grp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FF8BCEB-CF86-12CD-921A-70DCE087445F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4110872" y="3284388"/>
            <a:ext cx="0" cy="117518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030ED91-8978-23AD-967E-E5CC72467A46}"/>
              </a:ext>
            </a:extLst>
          </p:cNvPr>
          <p:cNvCxnSpPr>
            <a:cxnSpLocks/>
          </p:cNvCxnSpPr>
          <p:nvPr/>
        </p:nvCxnSpPr>
        <p:spPr>
          <a:xfrm>
            <a:off x="4110872" y="4292432"/>
            <a:ext cx="0" cy="252634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4F37F39-0440-5621-8AFC-497F77F85236}"/>
              </a:ext>
            </a:extLst>
          </p:cNvPr>
          <p:cNvCxnSpPr>
            <a:cxnSpLocks/>
            <a:endCxn id="5" idx="4"/>
          </p:cNvCxnSpPr>
          <p:nvPr/>
        </p:nvCxnSpPr>
        <p:spPr>
          <a:xfrm>
            <a:off x="4110872" y="4610612"/>
            <a:ext cx="0" cy="184908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AC4C143-BAFF-8E61-E5C7-F41292C5849F}"/>
              </a:ext>
            </a:extLst>
          </p:cNvPr>
          <p:cNvCxnSpPr>
            <a:cxnSpLocks/>
          </p:cNvCxnSpPr>
          <p:nvPr/>
        </p:nvCxnSpPr>
        <p:spPr>
          <a:xfrm>
            <a:off x="4110872" y="4899020"/>
            <a:ext cx="0" cy="184908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57F8CF2-C4C9-1C38-2B44-2167898974AC}"/>
              </a:ext>
            </a:extLst>
          </p:cNvPr>
          <p:cNvCxnSpPr>
            <a:cxnSpLocks/>
          </p:cNvCxnSpPr>
          <p:nvPr/>
        </p:nvCxnSpPr>
        <p:spPr>
          <a:xfrm>
            <a:off x="4099358" y="2993271"/>
            <a:ext cx="0" cy="184908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9461D5F-7A1B-29E8-A1E4-A3CD46358EDA}"/>
              </a:ext>
            </a:extLst>
          </p:cNvPr>
          <p:cNvCxnSpPr>
            <a:cxnSpLocks/>
          </p:cNvCxnSpPr>
          <p:nvPr/>
        </p:nvCxnSpPr>
        <p:spPr>
          <a:xfrm>
            <a:off x="2850872" y="2989342"/>
            <a:ext cx="126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F66AD0A9-5559-EE34-CD33-9FB9E5F6E7D0}"/>
              </a:ext>
            </a:extLst>
          </p:cNvPr>
          <p:cNvCxnSpPr>
            <a:cxnSpLocks/>
          </p:cNvCxnSpPr>
          <p:nvPr/>
        </p:nvCxnSpPr>
        <p:spPr>
          <a:xfrm>
            <a:off x="2850872" y="5083928"/>
            <a:ext cx="1260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61B1E4D-4FE5-1F6E-A018-D291EFB3432F}"/>
              </a:ext>
            </a:extLst>
          </p:cNvPr>
          <p:cNvCxnSpPr>
            <a:cxnSpLocks/>
          </p:cNvCxnSpPr>
          <p:nvPr/>
        </p:nvCxnSpPr>
        <p:spPr>
          <a:xfrm>
            <a:off x="2886910" y="3178179"/>
            <a:ext cx="0" cy="162000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FFB2E22C-731D-6DED-718F-745B154DA740}"/>
              </a:ext>
            </a:extLst>
          </p:cNvPr>
          <p:cNvCxnSpPr>
            <a:cxnSpLocks/>
          </p:cNvCxnSpPr>
          <p:nvPr/>
        </p:nvCxnSpPr>
        <p:spPr>
          <a:xfrm flipH="1">
            <a:off x="3355306" y="2988986"/>
            <a:ext cx="216000" cy="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5379CB82-65DC-2ACC-D3A4-292BFDC35E6C}"/>
                  </a:ext>
                </a:extLst>
              </p:cNvPr>
              <p:cNvSpPr txBox="1"/>
              <p:nvPr/>
            </p:nvSpPr>
            <p:spPr>
              <a:xfrm>
                <a:off x="2572240" y="3880852"/>
                <a:ext cx="216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5379CB82-65DC-2ACC-D3A4-292BFDC35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240" y="3880852"/>
                <a:ext cx="216085" cy="276999"/>
              </a:xfrm>
              <a:prstGeom prst="rect">
                <a:avLst/>
              </a:prstGeom>
              <a:blipFill>
                <a:blip r:embed="rId2"/>
                <a:stretch>
                  <a:fillRect l="-28571" r="-22857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83550E27-F98C-A8BE-D65A-58184BC76F93}"/>
                  </a:ext>
                </a:extLst>
              </p:cNvPr>
              <p:cNvSpPr txBox="1"/>
              <p:nvPr/>
            </p:nvSpPr>
            <p:spPr>
              <a:xfrm>
                <a:off x="3247221" y="2658882"/>
                <a:ext cx="1483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83550E27-F98C-A8BE-D65A-58184BC76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221" y="2658882"/>
                <a:ext cx="148374" cy="276999"/>
              </a:xfrm>
              <a:prstGeom prst="rect">
                <a:avLst/>
              </a:prstGeom>
              <a:blipFill>
                <a:blip r:embed="rId3"/>
                <a:stretch>
                  <a:fillRect l="-41667" r="-29167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CF7133AB-1073-2AFC-51C5-3E99DAF484F1}"/>
              </a:ext>
            </a:extLst>
          </p:cNvPr>
          <p:cNvCxnSpPr>
            <a:cxnSpLocks/>
          </p:cNvCxnSpPr>
          <p:nvPr/>
        </p:nvCxnSpPr>
        <p:spPr>
          <a:xfrm>
            <a:off x="3862270" y="4470400"/>
            <a:ext cx="0" cy="244649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875F686-BA96-4C0F-52C3-A5C9A2AC5352}"/>
              </a:ext>
            </a:extLst>
          </p:cNvPr>
          <p:cNvCxnSpPr>
            <a:cxnSpLocks/>
          </p:cNvCxnSpPr>
          <p:nvPr/>
        </p:nvCxnSpPr>
        <p:spPr>
          <a:xfrm>
            <a:off x="3862270" y="3880852"/>
            <a:ext cx="0" cy="543378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9603F7C3-9A01-D29B-9760-E84003F0A7F4}"/>
              </a:ext>
            </a:extLst>
          </p:cNvPr>
          <p:cNvCxnSpPr>
            <a:cxnSpLocks/>
          </p:cNvCxnSpPr>
          <p:nvPr/>
        </p:nvCxnSpPr>
        <p:spPr>
          <a:xfrm>
            <a:off x="3991387" y="3401906"/>
            <a:ext cx="0" cy="397555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4DEE699E-4955-D4AF-C775-3EE882A47042}"/>
                  </a:ext>
                </a:extLst>
              </p:cNvPr>
              <p:cNvSpPr txBox="1"/>
              <p:nvPr/>
            </p:nvSpPr>
            <p:spPr>
              <a:xfrm>
                <a:off x="3679661" y="4500391"/>
                <a:ext cx="13747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4DEE699E-4955-D4AF-C775-3EE882A47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661" y="4500391"/>
                <a:ext cx="137474" cy="184666"/>
              </a:xfrm>
              <a:prstGeom prst="rect">
                <a:avLst/>
              </a:prstGeom>
              <a:blipFill>
                <a:blip r:embed="rId4"/>
                <a:stretch>
                  <a:fillRect l="-27273" r="-27273" b="-32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41288294-9D77-453E-655D-DEC190702035}"/>
                  </a:ext>
                </a:extLst>
              </p:cNvPr>
              <p:cNvSpPr txBox="1"/>
              <p:nvPr/>
            </p:nvSpPr>
            <p:spPr>
              <a:xfrm>
                <a:off x="3594720" y="4024998"/>
                <a:ext cx="235321" cy="284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fr-FR" sz="105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800" b="0" i="1" smtClean="0">
                          <a:latin typeface="Cambria Math" panose="02040503050406030204" pitchFamily="18" charset="0"/>
                        </a:rPr>
                        <m:t>𝑅𝐼</m:t>
                      </m:r>
                    </m:oMath>
                  </m:oMathPara>
                </a14:m>
                <a:endParaRPr lang="fr-FR" sz="800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41288294-9D77-453E-655D-DEC190702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720" y="4024998"/>
                <a:ext cx="235321" cy="284693"/>
              </a:xfrm>
              <a:prstGeom prst="rect">
                <a:avLst/>
              </a:prstGeom>
              <a:blipFill>
                <a:blip r:embed="rId5"/>
                <a:stretch>
                  <a:fillRect l="-5263" r="-10526"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9EE4FDF9-A316-D4B3-425D-1764BA379372}"/>
                  </a:ext>
                </a:extLst>
              </p:cNvPr>
              <p:cNvSpPr txBox="1"/>
              <p:nvPr/>
            </p:nvSpPr>
            <p:spPr>
              <a:xfrm>
                <a:off x="3215718" y="3508115"/>
                <a:ext cx="1065359" cy="2630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fr-FR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lang="fr-FR" sz="9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9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8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9EE4FDF9-A316-D4B3-425D-1764BA379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718" y="3508115"/>
                <a:ext cx="1065359" cy="263021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150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F62752-3ECA-55F9-B2B6-0748EFE93F6B}"/>
              </a:ext>
            </a:extLst>
          </p:cNvPr>
          <p:cNvSpPr/>
          <p:nvPr/>
        </p:nvSpPr>
        <p:spPr>
          <a:xfrm>
            <a:off x="3937978" y="2717800"/>
            <a:ext cx="701756" cy="216312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36B27FF1-9688-ECB0-D48C-548C34A48C53}"/>
              </a:ext>
            </a:extLst>
          </p:cNvPr>
          <p:cNvSpPr/>
          <p:nvPr/>
        </p:nvSpPr>
        <p:spPr>
          <a:xfrm>
            <a:off x="1058530" y="2483737"/>
            <a:ext cx="948070" cy="2386604"/>
          </a:xfrm>
          <a:prstGeom prst="cub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DEB9D42-FF67-B001-1CAC-0B66EEFE0F83}"/>
              </a:ext>
            </a:extLst>
          </p:cNvPr>
          <p:cNvCxnSpPr>
            <a:cxnSpLocks/>
          </p:cNvCxnSpPr>
          <p:nvPr/>
        </p:nvCxnSpPr>
        <p:spPr>
          <a:xfrm>
            <a:off x="1913163" y="2845988"/>
            <a:ext cx="101298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6ACC618-F02A-3C44-9A28-7592DE1211F9}"/>
              </a:ext>
            </a:extLst>
          </p:cNvPr>
          <p:cNvGrpSpPr/>
          <p:nvPr/>
        </p:nvGrpSpPr>
        <p:grpSpPr>
          <a:xfrm>
            <a:off x="878530" y="4277175"/>
            <a:ext cx="180000" cy="762532"/>
            <a:chOff x="776931" y="3968201"/>
            <a:chExt cx="180000" cy="762532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19775F2A-1FCB-FDF9-C67B-AD8A73953B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550733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9D2B0E-B66D-8393-A802-37516CCE1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453646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17B1A189-BAD1-8633-DD7E-2232FA6A7C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356557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5A009F0E-29D3-1475-8C34-8AE9CDCF3B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259468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D5E81B36-6F56-FD1A-1A49-89205915A4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162379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EAF44D57-1735-F0E7-5EC5-AC27000D24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065290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9E24E4B5-420E-9922-8596-DA15A68AE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3968201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7E24FE62-8DE7-44CE-3F16-3245E4D8336A}"/>
              </a:ext>
            </a:extLst>
          </p:cNvPr>
          <p:cNvSpPr txBox="1"/>
          <p:nvPr/>
        </p:nvSpPr>
        <p:spPr>
          <a:xfrm>
            <a:off x="2085923" y="2384323"/>
            <a:ext cx="853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Effort de traction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A4101EE-7294-367B-9575-4C950C01A04A}"/>
              </a:ext>
            </a:extLst>
          </p:cNvPr>
          <p:cNvSpPr txBox="1"/>
          <p:nvPr/>
        </p:nvSpPr>
        <p:spPr>
          <a:xfrm>
            <a:off x="16668" y="4582167"/>
            <a:ext cx="951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Liaison avec le bâti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04C1FA8-AEA5-BFB1-04E1-2688287E6BD6}"/>
              </a:ext>
            </a:extLst>
          </p:cNvPr>
          <p:cNvGrpSpPr/>
          <p:nvPr/>
        </p:nvGrpSpPr>
        <p:grpSpPr>
          <a:xfrm>
            <a:off x="4042527" y="3089879"/>
            <a:ext cx="492658" cy="1464385"/>
            <a:chOff x="5955769" y="2966755"/>
            <a:chExt cx="492658" cy="1464385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8A9D9B7-AFA5-7FC3-D6BA-24235386C8B1}"/>
                </a:ext>
              </a:extLst>
            </p:cNvPr>
            <p:cNvGrpSpPr/>
            <p:nvPr/>
          </p:nvGrpSpPr>
          <p:grpSpPr>
            <a:xfrm>
              <a:off x="6096000" y="3429000"/>
              <a:ext cx="213784" cy="540000"/>
              <a:chOff x="6096000" y="3429000"/>
              <a:chExt cx="213784" cy="540000"/>
            </a:xfrm>
          </p:grpSpPr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8CA87378-3669-A693-EABE-9453B68A6DA7}"/>
                  </a:ext>
                </a:extLst>
              </p:cNvPr>
              <p:cNvCxnSpPr/>
              <p:nvPr/>
            </p:nvCxnSpPr>
            <p:spPr>
              <a:xfrm>
                <a:off x="6096000" y="3429000"/>
                <a:ext cx="0" cy="54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7F79B118-A4A1-D4F6-B229-A398F57C3098}"/>
                  </a:ext>
                </a:extLst>
              </p:cNvPr>
              <p:cNvCxnSpPr/>
              <p:nvPr/>
            </p:nvCxnSpPr>
            <p:spPr>
              <a:xfrm>
                <a:off x="6309784" y="3429000"/>
                <a:ext cx="0" cy="54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0D8C796-FE01-2F24-CE8C-42575E1646D0}"/>
                </a:ext>
              </a:extLst>
            </p:cNvPr>
            <p:cNvSpPr/>
            <p:nvPr/>
          </p:nvSpPr>
          <p:spPr>
            <a:xfrm>
              <a:off x="5957357" y="2966755"/>
              <a:ext cx="491070" cy="497100"/>
            </a:xfrm>
            <a:prstGeom prst="arc">
              <a:avLst>
                <a:gd name="adj1" fmla="val 6880296"/>
                <a:gd name="adj2" fmla="val 389202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7A77D687-7EC8-6A67-69FC-3304AE4ADF89}"/>
                </a:ext>
              </a:extLst>
            </p:cNvPr>
            <p:cNvSpPr/>
            <p:nvPr/>
          </p:nvSpPr>
          <p:spPr>
            <a:xfrm flipV="1">
              <a:off x="5955769" y="3934040"/>
              <a:ext cx="491070" cy="497100"/>
            </a:xfrm>
            <a:prstGeom prst="arc">
              <a:avLst>
                <a:gd name="adj1" fmla="val 6880296"/>
                <a:gd name="adj2" fmla="val 389202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6527F633-1C95-C28B-1264-D06574E5AAF7}"/>
              </a:ext>
            </a:extLst>
          </p:cNvPr>
          <p:cNvGrpSpPr/>
          <p:nvPr/>
        </p:nvGrpSpPr>
        <p:grpSpPr>
          <a:xfrm>
            <a:off x="1197173" y="3067169"/>
            <a:ext cx="492658" cy="1464385"/>
            <a:chOff x="5955769" y="2966755"/>
            <a:chExt cx="492658" cy="1464385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D0212C4B-7188-F643-D9CB-E244D800A816}"/>
                </a:ext>
              </a:extLst>
            </p:cNvPr>
            <p:cNvGrpSpPr/>
            <p:nvPr/>
          </p:nvGrpSpPr>
          <p:grpSpPr>
            <a:xfrm>
              <a:off x="6096000" y="3220748"/>
              <a:ext cx="215397" cy="748252"/>
              <a:chOff x="6096000" y="3220748"/>
              <a:chExt cx="215397" cy="748252"/>
            </a:xfrm>
          </p:grpSpPr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30E1502D-6758-DE16-25ED-A0F7A6F40F6D}"/>
                  </a:ext>
                </a:extLst>
              </p:cNvPr>
              <p:cNvCxnSpPr/>
              <p:nvPr/>
            </p:nvCxnSpPr>
            <p:spPr>
              <a:xfrm>
                <a:off x="6096000" y="3429000"/>
                <a:ext cx="0" cy="54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736E939F-0C3F-8D59-3690-10750E40875D}"/>
                  </a:ext>
                </a:extLst>
              </p:cNvPr>
              <p:cNvCxnSpPr/>
              <p:nvPr/>
            </p:nvCxnSpPr>
            <p:spPr>
              <a:xfrm>
                <a:off x="6309784" y="3429000"/>
                <a:ext cx="0" cy="54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049098C9-6E25-CB7B-AC34-BBBEAD365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9575" y="3220748"/>
                <a:ext cx="1822" cy="219076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963958DB-6972-A022-DDA5-C4EAADB2982A}"/>
                </a:ext>
              </a:extLst>
            </p:cNvPr>
            <p:cNvSpPr/>
            <p:nvPr/>
          </p:nvSpPr>
          <p:spPr>
            <a:xfrm>
              <a:off x="5957357" y="2966755"/>
              <a:ext cx="491070" cy="497100"/>
            </a:xfrm>
            <a:prstGeom prst="arc">
              <a:avLst>
                <a:gd name="adj1" fmla="val 6880296"/>
                <a:gd name="adj2" fmla="val 389202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0792AE7C-B71D-03D1-3128-D8B58D8E87AC}"/>
                </a:ext>
              </a:extLst>
            </p:cNvPr>
            <p:cNvSpPr/>
            <p:nvPr/>
          </p:nvSpPr>
          <p:spPr>
            <a:xfrm flipV="1">
              <a:off x="5955769" y="3934040"/>
              <a:ext cx="491070" cy="497100"/>
            </a:xfrm>
            <a:prstGeom prst="arc">
              <a:avLst>
                <a:gd name="adj1" fmla="val 6880296"/>
                <a:gd name="adj2" fmla="val 389202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CDDDDFB3-499F-76C9-2B04-3F244D015857}"/>
              </a:ext>
            </a:extLst>
          </p:cNvPr>
          <p:cNvCxnSpPr>
            <a:cxnSpLocks/>
          </p:cNvCxnSpPr>
          <p:nvPr/>
        </p:nvCxnSpPr>
        <p:spPr>
          <a:xfrm flipH="1">
            <a:off x="1332759" y="3848462"/>
            <a:ext cx="216432" cy="216432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15864A84-534C-2FB4-F4EE-25F6756B0CF5}"/>
              </a:ext>
            </a:extLst>
          </p:cNvPr>
          <p:cNvCxnSpPr>
            <a:cxnSpLocks/>
          </p:cNvCxnSpPr>
          <p:nvPr/>
        </p:nvCxnSpPr>
        <p:spPr>
          <a:xfrm flipH="1">
            <a:off x="1332759" y="3324304"/>
            <a:ext cx="216432" cy="216432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Arc 48">
            <a:extLst>
              <a:ext uri="{FF2B5EF4-FFF2-40B4-BE49-F238E27FC236}">
                <a16:creationId xmlns:a16="http://schemas.microsoft.com/office/drawing/2014/main" id="{6B8C451F-6446-D4AD-0BDE-2F7FA4109723}"/>
              </a:ext>
            </a:extLst>
          </p:cNvPr>
          <p:cNvSpPr/>
          <p:nvPr/>
        </p:nvSpPr>
        <p:spPr>
          <a:xfrm>
            <a:off x="1413001" y="2854759"/>
            <a:ext cx="491070" cy="497100"/>
          </a:xfrm>
          <a:prstGeom prst="arc">
            <a:avLst>
              <a:gd name="adj1" fmla="val 6880296"/>
              <a:gd name="adj2" fmla="val 11288858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6DB4809D-8DDA-D1DB-8689-C21B4A718BCA}"/>
              </a:ext>
            </a:extLst>
          </p:cNvPr>
          <p:cNvCxnSpPr>
            <a:cxnSpLocks/>
          </p:cNvCxnSpPr>
          <p:nvPr/>
        </p:nvCxnSpPr>
        <p:spPr>
          <a:xfrm>
            <a:off x="4639734" y="2854759"/>
            <a:ext cx="101298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47F6219A-77CC-3D57-5643-90DBAB625BE7}"/>
              </a:ext>
            </a:extLst>
          </p:cNvPr>
          <p:cNvGrpSpPr/>
          <p:nvPr/>
        </p:nvGrpSpPr>
        <p:grpSpPr>
          <a:xfrm>
            <a:off x="3748191" y="4282787"/>
            <a:ext cx="180000" cy="762532"/>
            <a:chOff x="776931" y="3968201"/>
            <a:chExt cx="180000" cy="762532"/>
          </a:xfrm>
        </p:grpSpPr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8D6B2B28-6F81-3C8E-6F96-10E42846F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550733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5" name="Connecteur droit 54">
              <a:extLst>
                <a:ext uri="{FF2B5EF4-FFF2-40B4-BE49-F238E27FC236}">
                  <a16:creationId xmlns:a16="http://schemas.microsoft.com/office/drawing/2014/main" id="{A5527BFB-861F-10FB-97EC-8A785AB93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453646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99CC17EB-EC3A-F6D7-4D6C-51169BA46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356557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Connecteur droit 56">
              <a:extLst>
                <a:ext uri="{FF2B5EF4-FFF2-40B4-BE49-F238E27FC236}">
                  <a16:creationId xmlns:a16="http://schemas.microsoft.com/office/drawing/2014/main" id="{33675BBE-C940-0FD1-741B-8CA3E73B9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259468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10E71DE4-B628-EC2A-B0E9-2B22821EB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162379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48FF30CD-8FE4-8828-0F14-77FF3FF06B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065290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1CB2340B-57F4-7EEB-C1A2-0BAE50242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3968201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D1F20B85-7953-2F5C-A750-DF3DA4E1FF5C}"/>
              </a:ext>
            </a:extLst>
          </p:cNvPr>
          <p:cNvCxnSpPr>
            <a:cxnSpLocks/>
          </p:cNvCxnSpPr>
          <p:nvPr/>
        </p:nvCxnSpPr>
        <p:spPr>
          <a:xfrm>
            <a:off x="7525982" y="2717800"/>
            <a:ext cx="719442" cy="0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A10FDCCE-1CFE-8A65-05CD-431F2E1DF528}"/>
              </a:ext>
            </a:extLst>
          </p:cNvPr>
          <p:cNvCxnSpPr>
            <a:cxnSpLocks/>
          </p:cNvCxnSpPr>
          <p:nvPr/>
        </p:nvCxnSpPr>
        <p:spPr>
          <a:xfrm>
            <a:off x="6816116" y="4866057"/>
            <a:ext cx="719442" cy="0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B3987CE1-AB11-342C-0037-86C0A53FA3D9}"/>
              </a:ext>
            </a:extLst>
          </p:cNvPr>
          <p:cNvCxnSpPr>
            <a:cxnSpLocks/>
          </p:cNvCxnSpPr>
          <p:nvPr/>
        </p:nvCxnSpPr>
        <p:spPr>
          <a:xfrm>
            <a:off x="6096674" y="7014314"/>
            <a:ext cx="719442" cy="0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0CA75721-C7BF-AB74-0725-C5257C16B205}"/>
              </a:ext>
            </a:extLst>
          </p:cNvPr>
          <p:cNvCxnSpPr>
            <a:cxnSpLocks/>
          </p:cNvCxnSpPr>
          <p:nvPr/>
        </p:nvCxnSpPr>
        <p:spPr>
          <a:xfrm flipV="1">
            <a:off x="6824973" y="2983793"/>
            <a:ext cx="609521" cy="1875915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FFFC71CA-9D7D-A657-4038-EE874BE1E88B}"/>
              </a:ext>
            </a:extLst>
          </p:cNvPr>
          <p:cNvCxnSpPr>
            <a:cxnSpLocks/>
          </p:cNvCxnSpPr>
          <p:nvPr/>
        </p:nvCxnSpPr>
        <p:spPr>
          <a:xfrm flipV="1">
            <a:off x="7535558" y="2993134"/>
            <a:ext cx="609521" cy="1875915"/>
          </a:xfrm>
          <a:prstGeom prst="lin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C577B8C4-1206-9B5F-0DD4-44ABD4271AA4}"/>
              </a:ext>
            </a:extLst>
          </p:cNvPr>
          <p:cNvGrpSpPr/>
          <p:nvPr/>
        </p:nvGrpSpPr>
        <p:grpSpPr>
          <a:xfrm rot="900000">
            <a:off x="6713464" y="4266873"/>
            <a:ext cx="180000" cy="762532"/>
            <a:chOff x="776931" y="3968201"/>
            <a:chExt cx="180000" cy="762532"/>
          </a:xfrm>
        </p:grpSpPr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0794FF35-C158-3C20-B3D6-271CCD5F5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550733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E6ABD81F-564F-F44D-1CC4-2D61618B1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453646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necteur droit 71">
              <a:extLst>
                <a:ext uri="{FF2B5EF4-FFF2-40B4-BE49-F238E27FC236}">
                  <a16:creationId xmlns:a16="http://schemas.microsoft.com/office/drawing/2014/main" id="{4EA1DA6D-26D9-6280-3C2E-CDEC25163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356557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849B52F4-6D13-D33E-79F6-95781BEBC3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259468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4ED89097-F302-5202-6BA9-952CEB8F5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162379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22F7D07F-ADA9-3D61-0E08-609FD245C9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4065290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B149D4A8-12F3-7250-700D-A085DFDD8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931" y="3968201"/>
              <a:ext cx="180000" cy="1800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486DAFCD-F4D9-F94B-B133-3BD734D8A047}"/>
              </a:ext>
            </a:extLst>
          </p:cNvPr>
          <p:cNvCxnSpPr>
            <a:cxnSpLocks/>
          </p:cNvCxnSpPr>
          <p:nvPr/>
        </p:nvCxnSpPr>
        <p:spPr>
          <a:xfrm flipV="1">
            <a:off x="7428808" y="2705224"/>
            <a:ext cx="97174" cy="299069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8BAC96FC-BC7B-D458-6100-4635E371890E}"/>
              </a:ext>
            </a:extLst>
          </p:cNvPr>
          <p:cNvCxnSpPr>
            <a:cxnSpLocks/>
          </p:cNvCxnSpPr>
          <p:nvPr/>
        </p:nvCxnSpPr>
        <p:spPr>
          <a:xfrm flipV="1">
            <a:off x="8138285" y="2715683"/>
            <a:ext cx="97174" cy="299069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A595E61-0B4B-7487-33B8-46501C774AE9}"/>
              </a:ext>
            </a:extLst>
          </p:cNvPr>
          <p:cNvCxnSpPr>
            <a:cxnSpLocks/>
          </p:cNvCxnSpPr>
          <p:nvPr/>
        </p:nvCxnSpPr>
        <p:spPr>
          <a:xfrm flipV="1">
            <a:off x="6424787" y="3018720"/>
            <a:ext cx="609521" cy="1875915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85125CF5-84D7-1279-D72E-00A166D552BE}"/>
              </a:ext>
            </a:extLst>
          </p:cNvPr>
          <p:cNvCxnSpPr>
            <a:cxnSpLocks/>
          </p:cNvCxnSpPr>
          <p:nvPr/>
        </p:nvCxnSpPr>
        <p:spPr>
          <a:xfrm flipV="1">
            <a:off x="7017751" y="2705224"/>
            <a:ext cx="116954" cy="359946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D0FE0BDC-8F1A-38D9-592E-C18691414D12}"/>
              </a:ext>
            </a:extLst>
          </p:cNvPr>
          <p:cNvSpPr txBox="1"/>
          <p:nvPr/>
        </p:nvSpPr>
        <p:spPr>
          <a:xfrm>
            <a:off x="6198289" y="2784090"/>
            <a:ext cx="853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Allongement</a:t>
            </a:r>
          </a:p>
        </p:txBody>
      </p: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91336225-453E-EE02-B2F5-BF1A2E2D6840}"/>
              </a:ext>
            </a:extLst>
          </p:cNvPr>
          <p:cNvCxnSpPr>
            <a:cxnSpLocks/>
          </p:cNvCxnSpPr>
          <p:nvPr/>
        </p:nvCxnSpPr>
        <p:spPr>
          <a:xfrm>
            <a:off x="8186872" y="2870023"/>
            <a:ext cx="1012987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48BACE4A-2690-6489-DFF7-C87529873E27}"/>
              </a:ext>
            </a:extLst>
          </p:cNvPr>
          <p:cNvSpPr txBox="1"/>
          <p:nvPr/>
        </p:nvSpPr>
        <p:spPr>
          <a:xfrm>
            <a:off x="5789797" y="3822156"/>
            <a:ext cx="853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Longueur initiale</a:t>
            </a:r>
          </a:p>
        </p:txBody>
      </p: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53121E33-119D-A275-6251-6B8396B8964B}"/>
              </a:ext>
            </a:extLst>
          </p:cNvPr>
          <p:cNvGrpSpPr/>
          <p:nvPr/>
        </p:nvGrpSpPr>
        <p:grpSpPr>
          <a:xfrm rot="1094879">
            <a:off x="7316717" y="3028465"/>
            <a:ext cx="492658" cy="1464385"/>
            <a:chOff x="5955769" y="2966755"/>
            <a:chExt cx="492658" cy="1464385"/>
          </a:xfrm>
        </p:grpSpPr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2248EB07-BCD5-B7C6-0454-B993CF9CC629}"/>
                </a:ext>
              </a:extLst>
            </p:cNvPr>
            <p:cNvGrpSpPr/>
            <p:nvPr/>
          </p:nvGrpSpPr>
          <p:grpSpPr>
            <a:xfrm>
              <a:off x="6096000" y="3429000"/>
              <a:ext cx="213784" cy="540000"/>
              <a:chOff x="6096000" y="3429000"/>
              <a:chExt cx="213784" cy="540000"/>
            </a:xfrm>
          </p:grpSpPr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9E222C90-433A-6C6A-6D44-BF6F9DB1DB2F}"/>
                  </a:ext>
                </a:extLst>
              </p:cNvPr>
              <p:cNvCxnSpPr/>
              <p:nvPr/>
            </p:nvCxnSpPr>
            <p:spPr>
              <a:xfrm>
                <a:off x="6096000" y="3429000"/>
                <a:ext cx="0" cy="54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" name="Connecteur droit 95">
                <a:extLst>
                  <a:ext uri="{FF2B5EF4-FFF2-40B4-BE49-F238E27FC236}">
                    <a16:creationId xmlns:a16="http://schemas.microsoft.com/office/drawing/2014/main" id="{14C7DA81-EDC6-8C66-24B8-87C389E5FB18}"/>
                  </a:ext>
                </a:extLst>
              </p:cNvPr>
              <p:cNvCxnSpPr/>
              <p:nvPr/>
            </p:nvCxnSpPr>
            <p:spPr>
              <a:xfrm>
                <a:off x="6309784" y="3429000"/>
                <a:ext cx="0" cy="54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29B9EE5B-1A8F-46A6-AA2C-A7F6FB9B1099}"/>
                </a:ext>
              </a:extLst>
            </p:cNvPr>
            <p:cNvSpPr/>
            <p:nvPr/>
          </p:nvSpPr>
          <p:spPr>
            <a:xfrm>
              <a:off x="5957357" y="2966755"/>
              <a:ext cx="491070" cy="497100"/>
            </a:xfrm>
            <a:prstGeom prst="arc">
              <a:avLst>
                <a:gd name="adj1" fmla="val 6880296"/>
                <a:gd name="adj2" fmla="val 389202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1F95974B-8995-9D89-B9C9-2534041CF825}"/>
                </a:ext>
              </a:extLst>
            </p:cNvPr>
            <p:cNvSpPr/>
            <p:nvPr/>
          </p:nvSpPr>
          <p:spPr>
            <a:xfrm flipV="1">
              <a:off x="5955769" y="3934040"/>
              <a:ext cx="491070" cy="497100"/>
            </a:xfrm>
            <a:prstGeom prst="arc">
              <a:avLst>
                <a:gd name="adj1" fmla="val 6880296"/>
                <a:gd name="adj2" fmla="val 389202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AF1F3923-FCDA-CFE0-0147-A0D74903C2FE}"/>
              </a:ext>
            </a:extLst>
          </p:cNvPr>
          <p:cNvSpPr/>
          <p:nvPr/>
        </p:nvSpPr>
        <p:spPr>
          <a:xfrm>
            <a:off x="9690100" y="2717800"/>
            <a:ext cx="701756" cy="216312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2F1B032-B159-2A8B-9E64-39C252428B1E}"/>
              </a:ext>
            </a:extLst>
          </p:cNvPr>
          <p:cNvSpPr/>
          <p:nvPr/>
        </p:nvSpPr>
        <p:spPr>
          <a:xfrm>
            <a:off x="11134776" y="2296636"/>
            <a:ext cx="701756" cy="2598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9E25AEEB-6186-D9C4-7028-23B548FF108E}"/>
              </a:ext>
            </a:extLst>
          </p:cNvPr>
          <p:cNvCxnSpPr>
            <a:cxnSpLocks/>
          </p:cNvCxnSpPr>
          <p:nvPr/>
        </p:nvCxnSpPr>
        <p:spPr>
          <a:xfrm flipV="1">
            <a:off x="11134776" y="2296636"/>
            <a:ext cx="0" cy="280953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022E8CA8-85BF-C794-E232-4F85B185FFC2}"/>
              </a:ext>
            </a:extLst>
          </p:cNvPr>
          <p:cNvCxnSpPr>
            <a:cxnSpLocks/>
          </p:cNvCxnSpPr>
          <p:nvPr/>
        </p:nvCxnSpPr>
        <p:spPr>
          <a:xfrm flipV="1">
            <a:off x="11836532" y="2303320"/>
            <a:ext cx="0" cy="280953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5" name="Groupe 124">
            <a:extLst>
              <a:ext uri="{FF2B5EF4-FFF2-40B4-BE49-F238E27FC236}">
                <a16:creationId xmlns:a16="http://schemas.microsoft.com/office/drawing/2014/main" id="{183DE6C0-EE88-C45D-B297-C01C6A77D089}"/>
              </a:ext>
            </a:extLst>
          </p:cNvPr>
          <p:cNvGrpSpPr/>
          <p:nvPr/>
        </p:nvGrpSpPr>
        <p:grpSpPr>
          <a:xfrm>
            <a:off x="9788337" y="3390984"/>
            <a:ext cx="500067" cy="983280"/>
            <a:chOff x="9832786" y="3390984"/>
            <a:chExt cx="500067" cy="983280"/>
          </a:xfrm>
        </p:grpSpPr>
        <p:grpSp>
          <p:nvGrpSpPr>
            <p:cNvPr id="109" name="Groupe 108">
              <a:extLst>
                <a:ext uri="{FF2B5EF4-FFF2-40B4-BE49-F238E27FC236}">
                  <a16:creationId xmlns:a16="http://schemas.microsoft.com/office/drawing/2014/main" id="{E9908667-8F7D-9689-2234-2424C346A658}"/>
                </a:ext>
              </a:extLst>
            </p:cNvPr>
            <p:cNvGrpSpPr/>
            <p:nvPr/>
          </p:nvGrpSpPr>
          <p:grpSpPr>
            <a:xfrm>
              <a:off x="9832786" y="3399063"/>
              <a:ext cx="143999" cy="951287"/>
              <a:chOff x="9832786" y="3399063"/>
              <a:chExt cx="143999" cy="951287"/>
            </a:xfrm>
          </p:grpSpPr>
          <p:cxnSp>
            <p:nvCxnSpPr>
              <p:cNvPr id="103" name="Connecteur droit 102">
                <a:extLst>
                  <a:ext uri="{FF2B5EF4-FFF2-40B4-BE49-F238E27FC236}">
                    <a16:creationId xmlns:a16="http://schemas.microsoft.com/office/drawing/2014/main" id="{32A9D0FD-79B3-AD24-1F79-A36EEB0DBF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92135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" name="Connecteur droit 105">
                <a:extLst>
                  <a:ext uri="{FF2B5EF4-FFF2-40B4-BE49-F238E27FC236}">
                    <a16:creationId xmlns:a16="http://schemas.microsoft.com/office/drawing/2014/main" id="{C78898AC-180A-F2B4-7BC9-041447410A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80189AC9-37E8-239F-4241-2B70FF88B6BB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21461EB5-DB15-5BC1-40FF-2864C33C2B2A}"/>
                  </a:ext>
                </a:extLst>
              </p:cNvPr>
              <p:cNvSpPr/>
              <p:nvPr/>
            </p:nvSpPr>
            <p:spPr>
              <a:xfrm flipV="1">
                <a:off x="9904785" y="4106937"/>
                <a:ext cx="72000" cy="72000"/>
              </a:xfrm>
              <a:prstGeom prst="arc">
                <a:avLst>
                  <a:gd name="adj1" fmla="val 10395250"/>
                  <a:gd name="adj2" fmla="val 460582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0" name="Groupe 109">
              <a:extLst>
                <a:ext uri="{FF2B5EF4-FFF2-40B4-BE49-F238E27FC236}">
                  <a16:creationId xmlns:a16="http://schemas.microsoft.com/office/drawing/2014/main" id="{4F20C047-35C8-B334-8247-017F4B472BA7}"/>
                </a:ext>
              </a:extLst>
            </p:cNvPr>
            <p:cNvGrpSpPr/>
            <p:nvPr/>
          </p:nvGrpSpPr>
          <p:grpSpPr>
            <a:xfrm>
              <a:off x="9975475" y="3396370"/>
              <a:ext cx="143999" cy="779874"/>
              <a:chOff x="9832786" y="3399063"/>
              <a:chExt cx="143999" cy="779874"/>
            </a:xfrm>
          </p:grpSpPr>
          <p:cxnSp>
            <p:nvCxnSpPr>
              <p:cNvPr id="111" name="Connecteur droit 110">
                <a:extLst>
                  <a:ext uri="{FF2B5EF4-FFF2-40B4-BE49-F238E27FC236}">
                    <a16:creationId xmlns:a16="http://schemas.microsoft.com/office/drawing/2014/main" id="{D962238D-2650-3F53-5E89-82ABC8D5ED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" name="Connecteur droit 111">
                <a:extLst>
                  <a:ext uri="{FF2B5EF4-FFF2-40B4-BE49-F238E27FC236}">
                    <a16:creationId xmlns:a16="http://schemas.microsoft.com/office/drawing/2014/main" id="{5983D545-E7E1-7D22-F7B5-4D3F4EB235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1E495067-D397-79C6-7A4C-CBC65861D132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4" name="Arc 113">
                <a:extLst>
                  <a:ext uri="{FF2B5EF4-FFF2-40B4-BE49-F238E27FC236}">
                    <a16:creationId xmlns:a16="http://schemas.microsoft.com/office/drawing/2014/main" id="{63EED357-AE38-F6B4-1660-E1C69D862589}"/>
                  </a:ext>
                </a:extLst>
              </p:cNvPr>
              <p:cNvSpPr/>
              <p:nvPr/>
            </p:nvSpPr>
            <p:spPr>
              <a:xfrm flipV="1">
                <a:off x="9904785" y="4106937"/>
                <a:ext cx="72000" cy="72000"/>
              </a:xfrm>
              <a:prstGeom prst="arc">
                <a:avLst>
                  <a:gd name="adj1" fmla="val 10395250"/>
                  <a:gd name="adj2" fmla="val 460582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5" name="Groupe 114">
              <a:extLst>
                <a:ext uri="{FF2B5EF4-FFF2-40B4-BE49-F238E27FC236}">
                  <a16:creationId xmlns:a16="http://schemas.microsoft.com/office/drawing/2014/main" id="{140192CD-09AA-A879-58CB-DF43E24753CA}"/>
                </a:ext>
              </a:extLst>
            </p:cNvPr>
            <p:cNvGrpSpPr/>
            <p:nvPr/>
          </p:nvGrpSpPr>
          <p:grpSpPr>
            <a:xfrm>
              <a:off x="10118164" y="3393677"/>
              <a:ext cx="143999" cy="779874"/>
              <a:chOff x="9832786" y="3399063"/>
              <a:chExt cx="143999" cy="779874"/>
            </a:xfrm>
          </p:grpSpPr>
          <p:cxnSp>
            <p:nvCxnSpPr>
              <p:cNvPr id="116" name="Connecteur droit 115">
                <a:extLst>
                  <a:ext uri="{FF2B5EF4-FFF2-40B4-BE49-F238E27FC236}">
                    <a16:creationId xmlns:a16="http://schemas.microsoft.com/office/drawing/2014/main" id="{599AF6D4-458B-94B1-B6BC-7342452EA9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Connecteur droit 116">
                <a:extLst>
                  <a:ext uri="{FF2B5EF4-FFF2-40B4-BE49-F238E27FC236}">
                    <a16:creationId xmlns:a16="http://schemas.microsoft.com/office/drawing/2014/main" id="{697F83B1-625B-33ED-1DD3-EB83F45FBF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8" name="Arc 117">
                <a:extLst>
                  <a:ext uri="{FF2B5EF4-FFF2-40B4-BE49-F238E27FC236}">
                    <a16:creationId xmlns:a16="http://schemas.microsoft.com/office/drawing/2014/main" id="{D36280FD-D12E-F08D-CB73-2F1CFCDC8CAC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id="{61761E00-EA7B-E856-693B-560FA5F106DA}"/>
                  </a:ext>
                </a:extLst>
              </p:cNvPr>
              <p:cNvSpPr/>
              <p:nvPr/>
            </p:nvSpPr>
            <p:spPr>
              <a:xfrm flipV="1">
                <a:off x="9904785" y="4106937"/>
                <a:ext cx="72000" cy="72000"/>
              </a:xfrm>
              <a:prstGeom prst="arc">
                <a:avLst>
                  <a:gd name="adj1" fmla="val 10395250"/>
                  <a:gd name="adj2" fmla="val 460582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20" name="Groupe 119">
              <a:extLst>
                <a:ext uri="{FF2B5EF4-FFF2-40B4-BE49-F238E27FC236}">
                  <a16:creationId xmlns:a16="http://schemas.microsoft.com/office/drawing/2014/main" id="{ADAA1FAB-A0FD-A871-FFD3-F462F72D404B}"/>
                </a:ext>
              </a:extLst>
            </p:cNvPr>
            <p:cNvGrpSpPr/>
            <p:nvPr/>
          </p:nvGrpSpPr>
          <p:grpSpPr>
            <a:xfrm>
              <a:off x="10260853" y="3390984"/>
              <a:ext cx="72000" cy="983280"/>
              <a:chOff x="9832786" y="3399063"/>
              <a:chExt cx="72000" cy="983280"/>
            </a:xfrm>
          </p:grpSpPr>
          <p:cxnSp>
            <p:nvCxnSpPr>
              <p:cNvPr id="121" name="Connecteur droit 120">
                <a:extLst>
                  <a:ext uri="{FF2B5EF4-FFF2-40B4-BE49-F238E27FC236}">
                    <a16:creationId xmlns:a16="http://schemas.microsoft.com/office/drawing/2014/main" id="{ABAB85E5-392C-6CC5-B0FD-E34D2CF55A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2" name="Connecteur droit 121">
                <a:extLst>
                  <a:ext uri="{FF2B5EF4-FFF2-40B4-BE49-F238E27FC236}">
                    <a16:creationId xmlns:a16="http://schemas.microsoft.com/office/drawing/2014/main" id="{0D4C81E1-AC83-6C89-9443-0F797F9B5D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953343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3" name="Arc 122">
                <a:extLst>
                  <a:ext uri="{FF2B5EF4-FFF2-40B4-BE49-F238E27FC236}">
                    <a16:creationId xmlns:a16="http://schemas.microsoft.com/office/drawing/2014/main" id="{8E9EC7E1-E08A-4215-08B4-16720A002B34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128" name="Groupe 127">
            <a:extLst>
              <a:ext uri="{FF2B5EF4-FFF2-40B4-BE49-F238E27FC236}">
                <a16:creationId xmlns:a16="http://schemas.microsoft.com/office/drawing/2014/main" id="{F087D647-612D-C774-4641-5BB54DFDAA8A}"/>
              </a:ext>
            </a:extLst>
          </p:cNvPr>
          <p:cNvGrpSpPr/>
          <p:nvPr/>
        </p:nvGrpSpPr>
        <p:grpSpPr>
          <a:xfrm>
            <a:off x="11229962" y="2983793"/>
            <a:ext cx="500067" cy="1389308"/>
            <a:chOff x="9832786" y="3390984"/>
            <a:chExt cx="500067" cy="983280"/>
          </a:xfrm>
        </p:grpSpPr>
        <p:grpSp>
          <p:nvGrpSpPr>
            <p:cNvPr id="129" name="Groupe 128">
              <a:extLst>
                <a:ext uri="{FF2B5EF4-FFF2-40B4-BE49-F238E27FC236}">
                  <a16:creationId xmlns:a16="http://schemas.microsoft.com/office/drawing/2014/main" id="{48EE7EC7-39CC-6F9B-47AA-EA04B87A731D}"/>
                </a:ext>
              </a:extLst>
            </p:cNvPr>
            <p:cNvGrpSpPr/>
            <p:nvPr/>
          </p:nvGrpSpPr>
          <p:grpSpPr>
            <a:xfrm>
              <a:off x="9832786" y="3399063"/>
              <a:ext cx="143999" cy="951287"/>
              <a:chOff x="9832786" y="3399063"/>
              <a:chExt cx="143999" cy="951287"/>
            </a:xfrm>
          </p:grpSpPr>
          <p:cxnSp>
            <p:nvCxnSpPr>
              <p:cNvPr id="144" name="Connecteur droit 143">
                <a:extLst>
                  <a:ext uri="{FF2B5EF4-FFF2-40B4-BE49-F238E27FC236}">
                    <a16:creationId xmlns:a16="http://schemas.microsoft.com/office/drawing/2014/main" id="{4C3F122A-E8A5-A012-CDF8-A8562B17A6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92135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5" name="Connecteur droit 144">
                <a:extLst>
                  <a:ext uri="{FF2B5EF4-FFF2-40B4-BE49-F238E27FC236}">
                    <a16:creationId xmlns:a16="http://schemas.microsoft.com/office/drawing/2014/main" id="{2B5496B7-A008-3D74-F41E-D7D787CF28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6" name="Arc 145">
                <a:extLst>
                  <a:ext uri="{FF2B5EF4-FFF2-40B4-BE49-F238E27FC236}">
                    <a16:creationId xmlns:a16="http://schemas.microsoft.com/office/drawing/2014/main" id="{79114D03-99D4-0750-D92C-57FA7CA37589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7" name="Arc 146">
                <a:extLst>
                  <a:ext uri="{FF2B5EF4-FFF2-40B4-BE49-F238E27FC236}">
                    <a16:creationId xmlns:a16="http://schemas.microsoft.com/office/drawing/2014/main" id="{82F2ECD4-982A-E17A-39A5-68616579C144}"/>
                  </a:ext>
                </a:extLst>
              </p:cNvPr>
              <p:cNvSpPr/>
              <p:nvPr/>
            </p:nvSpPr>
            <p:spPr>
              <a:xfrm flipV="1">
                <a:off x="9904785" y="4106937"/>
                <a:ext cx="72000" cy="72000"/>
              </a:xfrm>
              <a:prstGeom prst="arc">
                <a:avLst>
                  <a:gd name="adj1" fmla="val 10395250"/>
                  <a:gd name="adj2" fmla="val 460582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DB64B502-26A3-16D0-1E30-FAE16B4FF0E2}"/>
                </a:ext>
              </a:extLst>
            </p:cNvPr>
            <p:cNvGrpSpPr/>
            <p:nvPr/>
          </p:nvGrpSpPr>
          <p:grpSpPr>
            <a:xfrm>
              <a:off x="9975475" y="3396370"/>
              <a:ext cx="143999" cy="779874"/>
              <a:chOff x="9832786" y="3399063"/>
              <a:chExt cx="143999" cy="779874"/>
            </a:xfrm>
          </p:grpSpPr>
          <p:cxnSp>
            <p:nvCxnSpPr>
              <p:cNvPr id="140" name="Connecteur droit 139">
                <a:extLst>
                  <a:ext uri="{FF2B5EF4-FFF2-40B4-BE49-F238E27FC236}">
                    <a16:creationId xmlns:a16="http://schemas.microsoft.com/office/drawing/2014/main" id="{84D6427E-C596-9973-95D6-25C4DC90B5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1" name="Connecteur droit 140">
                <a:extLst>
                  <a:ext uri="{FF2B5EF4-FFF2-40B4-BE49-F238E27FC236}">
                    <a16:creationId xmlns:a16="http://schemas.microsoft.com/office/drawing/2014/main" id="{900E8191-3A62-D689-2E28-F77BC5FA0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2" name="Arc 141">
                <a:extLst>
                  <a:ext uri="{FF2B5EF4-FFF2-40B4-BE49-F238E27FC236}">
                    <a16:creationId xmlns:a16="http://schemas.microsoft.com/office/drawing/2014/main" id="{A79E73F3-2A87-E10C-E3B9-D23AC123FBE7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3" name="Arc 142">
                <a:extLst>
                  <a:ext uri="{FF2B5EF4-FFF2-40B4-BE49-F238E27FC236}">
                    <a16:creationId xmlns:a16="http://schemas.microsoft.com/office/drawing/2014/main" id="{E69A18C2-33D2-BF01-24C8-7222B9EF0FCE}"/>
                  </a:ext>
                </a:extLst>
              </p:cNvPr>
              <p:cNvSpPr/>
              <p:nvPr/>
            </p:nvSpPr>
            <p:spPr>
              <a:xfrm flipV="1">
                <a:off x="9904785" y="4106937"/>
                <a:ext cx="72000" cy="72000"/>
              </a:xfrm>
              <a:prstGeom prst="arc">
                <a:avLst>
                  <a:gd name="adj1" fmla="val 10395250"/>
                  <a:gd name="adj2" fmla="val 460582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FF7CF0AE-6AB3-DA5E-9ED9-649195C756A2}"/>
                </a:ext>
              </a:extLst>
            </p:cNvPr>
            <p:cNvGrpSpPr/>
            <p:nvPr/>
          </p:nvGrpSpPr>
          <p:grpSpPr>
            <a:xfrm>
              <a:off x="10118164" y="3393677"/>
              <a:ext cx="143999" cy="779874"/>
              <a:chOff x="9832786" y="3399063"/>
              <a:chExt cx="143999" cy="779874"/>
            </a:xfrm>
          </p:grpSpPr>
          <p:cxnSp>
            <p:nvCxnSpPr>
              <p:cNvPr id="136" name="Connecteur droit 135">
                <a:extLst>
                  <a:ext uri="{FF2B5EF4-FFF2-40B4-BE49-F238E27FC236}">
                    <a16:creationId xmlns:a16="http://schemas.microsoft.com/office/drawing/2014/main" id="{14176D3B-0C25-A2C5-A243-7A6D177044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7" name="Connecteur droit 136">
                <a:extLst>
                  <a:ext uri="{FF2B5EF4-FFF2-40B4-BE49-F238E27FC236}">
                    <a16:creationId xmlns:a16="http://schemas.microsoft.com/office/drawing/2014/main" id="{D284ED47-BBDC-DA98-094D-AA2DFE7458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38" name="Arc 137">
                <a:extLst>
                  <a:ext uri="{FF2B5EF4-FFF2-40B4-BE49-F238E27FC236}">
                    <a16:creationId xmlns:a16="http://schemas.microsoft.com/office/drawing/2014/main" id="{A9B3FA2B-726E-5701-3815-5DAE3B201208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9" name="Arc 138">
                <a:extLst>
                  <a:ext uri="{FF2B5EF4-FFF2-40B4-BE49-F238E27FC236}">
                    <a16:creationId xmlns:a16="http://schemas.microsoft.com/office/drawing/2014/main" id="{C32FDB46-B36E-8A4D-757E-F9EE9317C257}"/>
                  </a:ext>
                </a:extLst>
              </p:cNvPr>
              <p:cNvSpPr/>
              <p:nvPr/>
            </p:nvSpPr>
            <p:spPr>
              <a:xfrm flipV="1">
                <a:off x="9904785" y="4106937"/>
                <a:ext cx="72000" cy="72000"/>
              </a:xfrm>
              <a:prstGeom prst="arc">
                <a:avLst>
                  <a:gd name="adj1" fmla="val 10395250"/>
                  <a:gd name="adj2" fmla="val 460582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AAE2EF17-D823-9E3F-492D-D09F94ADF4C5}"/>
                </a:ext>
              </a:extLst>
            </p:cNvPr>
            <p:cNvGrpSpPr/>
            <p:nvPr/>
          </p:nvGrpSpPr>
          <p:grpSpPr>
            <a:xfrm>
              <a:off x="10260853" y="3390984"/>
              <a:ext cx="72000" cy="983280"/>
              <a:chOff x="9832786" y="3399063"/>
              <a:chExt cx="72000" cy="983280"/>
            </a:xfrm>
          </p:grpSpPr>
          <p:cxnSp>
            <p:nvCxnSpPr>
              <p:cNvPr id="133" name="Connecteur droit 132">
                <a:extLst>
                  <a:ext uri="{FF2B5EF4-FFF2-40B4-BE49-F238E27FC236}">
                    <a16:creationId xmlns:a16="http://schemas.microsoft.com/office/drawing/2014/main" id="{A3F3BC3C-E87B-7D9B-D981-949E67FA52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2787" y="3429000"/>
                <a:ext cx="0" cy="72000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4" name="Connecteur droit 133">
                <a:extLst>
                  <a:ext uri="{FF2B5EF4-FFF2-40B4-BE49-F238E27FC236}">
                    <a16:creationId xmlns:a16="http://schemas.microsoft.com/office/drawing/2014/main" id="{7218326A-8F03-78DB-E443-C944E88DA0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4786" y="3429000"/>
                <a:ext cx="0" cy="953343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35" name="Arc 134">
                <a:extLst>
                  <a:ext uri="{FF2B5EF4-FFF2-40B4-BE49-F238E27FC236}">
                    <a16:creationId xmlns:a16="http://schemas.microsoft.com/office/drawing/2014/main" id="{59A4FE6B-923C-65E5-A4DD-97584E0D39FC}"/>
                  </a:ext>
                </a:extLst>
              </p:cNvPr>
              <p:cNvSpPr/>
              <p:nvPr/>
            </p:nvSpPr>
            <p:spPr>
              <a:xfrm>
                <a:off x="9832786" y="3399063"/>
                <a:ext cx="72000" cy="72000"/>
              </a:xfrm>
              <a:prstGeom prst="arc">
                <a:avLst>
                  <a:gd name="adj1" fmla="val 10395250"/>
                  <a:gd name="adj2" fmla="val 0"/>
                </a:avLst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BFBCCB1A-F2D1-B860-4FD1-115A9B45CB9A}"/>
              </a:ext>
            </a:extLst>
          </p:cNvPr>
          <p:cNvGrpSpPr/>
          <p:nvPr/>
        </p:nvGrpSpPr>
        <p:grpSpPr>
          <a:xfrm>
            <a:off x="11231653" y="3455159"/>
            <a:ext cx="499534" cy="280953"/>
            <a:chOff x="11231296" y="3615729"/>
            <a:chExt cx="499534" cy="280953"/>
          </a:xfrm>
        </p:grpSpPr>
        <p:cxnSp>
          <p:nvCxnSpPr>
            <p:cNvPr id="148" name="Connecteur droit 147">
              <a:extLst>
                <a:ext uri="{FF2B5EF4-FFF2-40B4-BE49-F238E27FC236}">
                  <a16:creationId xmlns:a16="http://schemas.microsoft.com/office/drawing/2014/main" id="{23E205C8-C346-F0BE-C093-0DA93D941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1296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Connecteur droit 148">
              <a:extLst>
                <a:ext uri="{FF2B5EF4-FFF2-40B4-BE49-F238E27FC236}">
                  <a16:creationId xmlns:a16="http://schemas.microsoft.com/office/drawing/2014/main" id="{FD7E3CA1-942C-4902-7171-93E03E1CD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2658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Connecteur droit 149">
              <a:extLst>
                <a:ext uri="{FF2B5EF4-FFF2-40B4-BE49-F238E27FC236}">
                  <a16:creationId xmlns:a16="http://schemas.microsoft.com/office/drawing/2014/main" id="{8DF637F5-A4E5-B5DD-E44C-37FA5A101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4020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Connecteur droit 150">
              <a:extLst>
                <a:ext uri="{FF2B5EF4-FFF2-40B4-BE49-F238E27FC236}">
                  <a16:creationId xmlns:a16="http://schemas.microsoft.com/office/drawing/2014/main" id="{A948BED3-09BB-C31F-34BA-EFC63947E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45382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2C399BCE-B2AC-0A5D-CDB0-B223B11E3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6744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FA77E675-7850-9872-93BF-EC5B96332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8106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" name="Connecteur droit 153">
              <a:extLst>
                <a:ext uri="{FF2B5EF4-FFF2-40B4-BE49-F238E27FC236}">
                  <a16:creationId xmlns:a16="http://schemas.microsoft.com/office/drawing/2014/main" id="{B74D64A0-6A8A-1155-0760-6335E50CA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59468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3DE3E6CD-2D59-9017-03C0-080537361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0830" y="3615729"/>
              <a:ext cx="0" cy="280953"/>
            </a:xfrm>
            <a:prstGeom prst="lin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C5D3BE6D-4C11-18AA-20BE-201A111A2725}"/>
              </a:ext>
            </a:extLst>
          </p:cNvPr>
          <p:cNvCxnSpPr>
            <a:cxnSpLocks/>
          </p:cNvCxnSpPr>
          <p:nvPr/>
        </p:nvCxnSpPr>
        <p:spPr>
          <a:xfrm flipV="1">
            <a:off x="9583909" y="3439871"/>
            <a:ext cx="0" cy="76457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0EC9FDBA-2690-BFA5-6E3C-20585648D76E}"/>
              </a:ext>
            </a:extLst>
          </p:cNvPr>
          <p:cNvCxnSpPr>
            <a:cxnSpLocks/>
          </p:cNvCxnSpPr>
          <p:nvPr/>
        </p:nvCxnSpPr>
        <p:spPr>
          <a:xfrm flipV="1">
            <a:off x="11065432" y="3455159"/>
            <a:ext cx="0" cy="344203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2" name="ZoneTexte 161">
            <a:extLst>
              <a:ext uri="{FF2B5EF4-FFF2-40B4-BE49-F238E27FC236}">
                <a16:creationId xmlns:a16="http://schemas.microsoft.com/office/drawing/2014/main" id="{D0294AB2-4815-385B-2047-E7DECA61AE98}"/>
              </a:ext>
            </a:extLst>
          </p:cNvPr>
          <p:cNvSpPr txBox="1"/>
          <p:nvPr/>
        </p:nvSpPr>
        <p:spPr>
          <a:xfrm>
            <a:off x="9614387" y="4948923"/>
            <a:ext cx="853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Jauge à l’état libre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6B1C4D16-558B-4C64-AE9A-2A17F0E90121}"/>
              </a:ext>
            </a:extLst>
          </p:cNvPr>
          <p:cNvSpPr txBox="1"/>
          <p:nvPr/>
        </p:nvSpPr>
        <p:spPr>
          <a:xfrm>
            <a:off x="11019147" y="4964740"/>
            <a:ext cx="918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Jauge allongée sous l’effet de la déformation</a:t>
            </a:r>
          </a:p>
        </p:txBody>
      </p: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33125C5D-E795-FC06-96CC-2CE4281B3C77}"/>
              </a:ext>
            </a:extLst>
          </p:cNvPr>
          <p:cNvCxnSpPr>
            <a:cxnSpLocks/>
          </p:cNvCxnSpPr>
          <p:nvPr/>
        </p:nvCxnSpPr>
        <p:spPr>
          <a:xfrm flipV="1">
            <a:off x="11024025" y="2311635"/>
            <a:ext cx="0" cy="344203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5" name="ZoneTexte 164">
            <a:extLst>
              <a:ext uri="{FF2B5EF4-FFF2-40B4-BE49-F238E27FC236}">
                <a16:creationId xmlns:a16="http://schemas.microsoft.com/office/drawing/2014/main" id="{6AEB33DB-B2A6-0DCC-4C17-7E56E2CA54E1}"/>
              </a:ext>
            </a:extLst>
          </p:cNvPr>
          <p:cNvSpPr txBox="1"/>
          <p:nvPr/>
        </p:nvSpPr>
        <p:spPr>
          <a:xfrm>
            <a:off x="135188" y="2311635"/>
            <a:ext cx="951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Corps d’épreuve</a:t>
            </a:r>
          </a:p>
        </p:txBody>
      </p:sp>
      <p:cxnSp>
        <p:nvCxnSpPr>
          <p:cNvPr id="166" name="Connecteur droit avec flèche 165">
            <a:extLst>
              <a:ext uri="{FF2B5EF4-FFF2-40B4-BE49-F238E27FC236}">
                <a16:creationId xmlns:a16="http://schemas.microsoft.com/office/drawing/2014/main" id="{F980DF44-6885-4B3C-A130-9F8D03B86814}"/>
              </a:ext>
            </a:extLst>
          </p:cNvPr>
          <p:cNvCxnSpPr>
            <a:cxnSpLocks/>
          </p:cNvCxnSpPr>
          <p:nvPr/>
        </p:nvCxnSpPr>
        <p:spPr>
          <a:xfrm flipV="1">
            <a:off x="10006160" y="2197100"/>
            <a:ext cx="0" cy="518583"/>
          </a:xfrm>
          <a:prstGeom prst="straightConnector1">
            <a:avLst/>
          </a:prstGeom>
          <a:ln w="28575">
            <a:solidFill>
              <a:srgbClr val="C000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ZoneTexte 168">
                <a:extLst>
                  <a:ext uri="{FF2B5EF4-FFF2-40B4-BE49-F238E27FC236}">
                    <a16:creationId xmlns:a16="http://schemas.microsoft.com/office/drawing/2014/main" id="{CAE434DA-089E-3D44-33C5-61FDA086C9D9}"/>
                  </a:ext>
                </a:extLst>
              </p:cNvPr>
              <p:cNvSpPr txBox="1"/>
              <p:nvPr/>
            </p:nvSpPr>
            <p:spPr>
              <a:xfrm>
                <a:off x="9690100" y="2311635"/>
                <a:ext cx="423140" cy="36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69" name="ZoneTexte 168">
                <a:extLst>
                  <a:ext uri="{FF2B5EF4-FFF2-40B4-BE49-F238E27FC236}">
                    <a16:creationId xmlns:a16="http://schemas.microsoft.com/office/drawing/2014/main" id="{CAE434DA-089E-3D44-33C5-61FDA086C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100" y="2311635"/>
                <a:ext cx="423140" cy="368499"/>
              </a:xfrm>
              <a:prstGeom prst="rect">
                <a:avLst/>
              </a:prstGeom>
              <a:blipFill>
                <a:blip r:embed="rId2"/>
                <a:stretch>
                  <a:fillRect t="-14754" r="-202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ZoneTexte 169">
                <a:extLst>
                  <a:ext uri="{FF2B5EF4-FFF2-40B4-BE49-F238E27FC236}">
                    <a16:creationId xmlns:a16="http://schemas.microsoft.com/office/drawing/2014/main" id="{2432A433-B8EF-D0D1-37FB-B3FBF6B42B86}"/>
                  </a:ext>
                </a:extLst>
              </p:cNvPr>
              <p:cNvSpPr txBox="1"/>
              <p:nvPr/>
            </p:nvSpPr>
            <p:spPr>
              <a:xfrm>
                <a:off x="9199370" y="3627260"/>
                <a:ext cx="4231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70" name="ZoneTexte 169">
                <a:extLst>
                  <a:ext uri="{FF2B5EF4-FFF2-40B4-BE49-F238E27FC236}">
                    <a16:creationId xmlns:a16="http://schemas.microsoft.com/office/drawing/2014/main" id="{2432A433-B8EF-D0D1-37FB-B3FBF6B42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370" y="3627260"/>
                <a:ext cx="42314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ZoneTexte 170">
                <a:extLst>
                  <a:ext uri="{FF2B5EF4-FFF2-40B4-BE49-F238E27FC236}">
                    <a16:creationId xmlns:a16="http://schemas.microsoft.com/office/drawing/2014/main" id="{FD490BA1-CDB3-C401-1695-6590E840F900}"/>
                  </a:ext>
                </a:extLst>
              </p:cNvPr>
              <p:cNvSpPr txBox="1"/>
              <p:nvPr/>
            </p:nvSpPr>
            <p:spPr>
              <a:xfrm>
                <a:off x="10642292" y="2303320"/>
                <a:ext cx="4231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71" name="ZoneTexte 170">
                <a:extLst>
                  <a:ext uri="{FF2B5EF4-FFF2-40B4-BE49-F238E27FC236}">
                    <a16:creationId xmlns:a16="http://schemas.microsoft.com/office/drawing/2014/main" id="{FD490BA1-CDB3-C401-1695-6590E840F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292" y="2303320"/>
                <a:ext cx="42314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ZoneTexte 171">
                <a:extLst>
                  <a:ext uri="{FF2B5EF4-FFF2-40B4-BE49-F238E27FC236}">
                    <a16:creationId xmlns:a16="http://schemas.microsoft.com/office/drawing/2014/main" id="{DED02477-4B19-D3A2-9E9C-82927281F67B}"/>
                  </a:ext>
                </a:extLst>
              </p:cNvPr>
              <p:cNvSpPr txBox="1"/>
              <p:nvPr/>
            </p:nvSpPr>
            <p:spPr>
              <a:xfrm>
                <a:off x="10676964" y="3417702"/>
                <a:ext cx="4231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72" name="ZoneTexte 171">
                <a:extLst>
                  <a:ext uri="{FF2B5EF4-FFF2-40B4-BE49-F238E27FC236}">
                    <a16:creationId xmlns:a16="http://schemas.microsoft.com/office/drawing/2014/main" id="{DED02477-4B19-D3A2-9E9C-82927281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964" y="3417702"/>
                <a:ext cx="42314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058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CA520-E8DF-97A8-BB7D-8CBA6456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5E6309-7EA6-4A89-B488-AE1777AE4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21577" t="18859" b="25342"/>
          <a:stretch>
            <a:fillRect/>
          </a:stretch>
        </p:blipFill>
        <p:spPr bwMode="auto">
          <a:xfrm>
            <a:off x="4979624" y="1696598"/>
            <a:ext cx="3540680" cy="111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26FFF6E-E439-3A44-3A1D-728270697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21577" t="17328" b="16648"/>
          <a:stretch>
            <a:fillRect/>
          </a:stretch>
        </p:blipFill>
        <p:spPr bwMode="auto">
          <a:xfrm>
            <a:off x="7217997" y="2555913"/>
            <a:ext cx="3540681" cy="298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9955154-168D-522D-A773-3155B26523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8323" t="25891" r="24888" b="22631"/>
          <a:stretch>
            <a:fillRect/>
          </a:stretch>
        </p:blipFill>
        <p:spPr bwMode="auto">
          <a:xfrm>
            <a:off x="3157869" y="3232298"/>
            <a:ext cx="2542301" cy="230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9F5FA0BE-8B9F-911D-F071-ACE267B2D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976979" y="1321172"/>
            <a:ext cx="2028474" cy="356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FD771ED-4A1B-AE6E-4321-82D310581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941" y="-1445187"/>
            <a:ext cx="2772276" cy="204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39A554F-19AE-179F-15CD-085858F0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473" y="1010869"/>
            <a:ext cx="1763266" cy="102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874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3DC6D-3566-B73B-ACD9-4A91D2E7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781AA-7900-0001-727F-1F70C95370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25050" t="38012" r="11705" b="38599"/>
          <a:stretch>
            <a:fillRect/>
          </a:stretch>
        </p:blipFill>
        <p:spPr bwMode="auto">
          <a:xfrm rot="17175072">
            <a:off x="4199447" y="3182997"/>
            <a:ext cx="2831716" cy="104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01594FF-805A-C445-32D1-B52AB8C28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21577" t="18859" r="18099" b="25342"/>
          <a:stretch>
            <a:fillRect/>
          </a:stretch>
        </p:blipFill>
        <p:spPr bwMode="auto">
          <a:xfrm rot="5400000">
            <a:off x="6581723" y="3761726"/>
            <a:ext cx="2723548" cy="111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F041FD0-C176-0CBF-23EB-67E616192232}"/>
              </a:ext>
            </a:extLst>
          </p:cNvPr>
          <p:cNvCxnSpPr>
            <a:cxnSpLocks/>
          </p:cNvCxnSpPr>
          <p:nvPr/>
        </p:nvCxnSpPr>
        <p:spPr>
          <a:xfrm flipH="1">
            <a:off x="7863637" y="5017168"/>
            <a:ext cx="770224" cy="0"/>
          </a:xfrm>
          <a:prstGeom prst="straightConnector1">
            <a:avLst/>
          </a:prstGeom>
          <a:ln w="3175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E54002E-45E6-D64F-9435-D8E66F9FA34F}"/>
              </a:ext>
            </a:extLst>
          </p:cNvPr>
          <p:cNvSpPr txBox="1"/>
          <p:nvPr/>
        </p:nvSpPr>
        <p:spPr>
          <a:xfrm>
            <a:off x="8633861" y="4863279"/>
            <a:ext cx="1772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Corps d’épreuve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05E5B69-642E-3136-0157-505F02DED924}"/>
              </a:ext>
            </a:extLst>
          </p:cNvPr>
          <p:cNvCxnSpPr>
            <a:cxnSpLocks/>
          </p:cNvCxnSpPr>
          <p:nvPr/>
        </p:nvCxnSpPr>
        <p:spPr>
          <a:xfrm flipH="1">
            <a:off x="7853605" y="3706604"/>
            <a:ext cx="780256" cy="0"/>
          </a:xfrm>
          <a:prstGeom prst="straightConnector1">
            <a:avLst/>
          </a:prstGeom>
          <a:ln w="3175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7CA1A67B-19B1-B09A-DA46-B65EED0B2678}"/>
              </a:ext>
            </a:extLst>
          </p:cNvPr>
          <p:cNvSpPr txBox="1"/>
          <p:nvPr/>
        </p:nvSpPr>
        <p:spPr>
          <a:xfrm>
            <a:off x="8652141" y="3463210"/>
            <a:ext cx="1983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Evidement pour favoriser la déformation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DD82EFC-EFB0-41A1-5FA6-1BAAE2636250}"/>
              </a:ext>
            </a:extLst>
          </p:cNvPr>
          <p:cNvCxnSpPr>
            <a:cxnSpLocks/>
          </p:cNvCxnSpPr>
          <p:nvPr/>
        </p:nvCxnSpPr>
        <p:spPr>
          <a:xfrm flipH="1">
            <a:off x="8036615" y="4187204"/>
            <a:ext cx="597246" cy="0"/>
          </a:xfrm>
          <a:prstGeom prst="straightConnector1">
            <a:avLst/>
          </a:prstGeom>
          <a:ln w="3175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62FF9D-3437-17BF-32C2-F18D43B67C64}"/>
              </a:ext>
            </a:extLst>
          </p:cNvPr>
          <p:cNvSpPr txBox="1"/>
          <p:nvPr/>
        </p:nvSpPr>
        <p:spPr>
          <a:xfrm>
            <a:off x="8652141" y="4009356"/>
            <a:ext cx="2196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Zone de collage de la jauge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E21EEC84-80AA-4830-DDAC-4B4CE2CE9350}"/>
              </a:ext>
            </a:extLst>
          </p:cNvPr>
          <p:cNvCxnSpPr>
            <a:cxnSpLocks/>
          </p:cNvCxnSpPr>
          <p:nvPr/>
        </p:nvCxnSpPr>
        <p:spPr>
          <a:xfrm flipH="1">
            <a:off x="8258476" y="5473807"/>
            <a:ext cx="393665" cy="0"/>
          </a:xfrm>
          <a:prstGeom prst="straightConnector1">
            <a:avLst/>
          </a:prstGeom>
          <a:ln w="31750">
            <a:solidFill>
              <a:srgbClr val="00206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A1AEBC18-4AAC-1D2F-9481-C0E0653AD541}"/>
              </a:ext>
            </a:extLst>
          </p:cNvPr>
          <p:cNvSpPr txBox="1"/>
          <p:nvPr/>
        </p:nvSpPr>
        <p:spPr>
          <a:xfrm>
            <a:off x="8633861" y="5240315"/>
            <a:ext cx="1772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Fil de liaison à l’amplificateur</a:t>
            </a:r>
          </a:p>
        </p:txBody>
      </p:sp>
    </p:spTree>
    <p:extLst>
      <p:ext uri="{BB962C8B-B14F-4D97-AF65-F5344CB8AC3E}">
        <p14:creationId xmlns:p14="http://schemas.microsoft.com/office/powerpoint/2010/main" val="2267681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Grand écran</PresentationFormat>
  <Paragraphs>190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Adobe Gothic Std B</vt:lpstr>
      <vt:lpstr>Arial</vt:lpstr>
      <vt:lpstr>Calibri</vt:lpstr>
      <vt:lpstr>Cambria Math</vt:lpstr>
      <vt:lpstr>Segoe UI Semibold</vt:lpstr>
      <vt:lpstr>Thème Office</vt:lpstr>
      <vt:lpstr>Retour sur quelques questions en Travaux Pratiques</vt:lpstr>
      <vt:lpstr>Alimenter – Distribuer – Convertir Moteur à Courant continu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Xavier Pessoles</cp:lastModifiedBy>
  <cp:revision>28</cp:revision>
  <dcterms:created xsi:type="dcterms:W3CDTF">2021-12-09T09:25:13Z</dcterms:created>
  <dcterms:modified xsi:type="dcterms:W3CDTF">2026-06-12T20:14:25Z</dcterms:modified>
</cp:coreProperties>
</file>